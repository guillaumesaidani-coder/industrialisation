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5db9085371459b" /><Relationship Type="http://schemas.openxmlformats.org/officeDocument/2006/relationships/extended-properties" Target="/docProps/app.xml" Id="R8a0763a6fae748ba" /><Relationship Type="http://schemas.openxmlformats.org/officeDocument/2006/relationships/officeDocument" Target="/ppt/presentation.xml" Id="R539580baf37d44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211055ca184b37"/>
  </p:sldMasterIdLst>
  <p:notesMasterIdLst>
    <p:notesMasterId xmlns:r="http://schemas.openxmlformats.org/officeDocument/2006/relationships" r:id="R5e81385e19ea499f"/>
  </p:notesMasterIdLst>
  <p:sldIdLst>
    <p:sldId xmlns:r="http://schemas.openxmlformats.org/officeDocument/2006/relationships" id="256" r:id="R8d30559140fb410f"/>
    <p:sldId xmlns:r="http://schemas.openxmlformats.org/officeDocument/2006/relationships" id="257" r:id="R9dfa03b4bcfd4f0d"/>
    <p:sldId xmlns:r="http://schemas.openxmlformats.org/officeDocument/2006/relationships" id="258" r:id="Rfafd2be79b5b449f"/>
    <p:sldId xmlns:r="http://schemas.openxmlformats.org/officeDocument/2006/relationships" id="259" r:id="R281907134a7f44dd"/>
    <p:sldId xmlns:r="http://schemas.openxmlformats.org/officeDocument/2006/relationships" id="260" r:id="R17700b42780b4440"/>
    <p:sldId xmlns:r="http://schemas.openxmlformats.org/officeDocument/2006/relationships" id="261" r:id="R5dde8045ade4475e"/>
    <p:sldId xmlns:r="http://schemas.openxmlformats.org/officeDocument/2006/relationships" id="262" r:id="Rbc9ee7ee96e14b9a"/>
    <p:sldId xmlns:r="http://schemas.openxmlformats.org/officeDocument/2006/relationships" id="263" r:id="Reb4aec17e67543f6"/>
    <p:sldId xmlns:r="http://schemas.openxmlformats.org/officeDocument/2006/relationships" id="264" r:id="Rda85cefc698e4179"/>
    <p:sldId xmlns:r="http://schemas.openxmlformats.org/officeDocument/2006/relationships" id="265" r:id="Rc814532ff5a64eac"/>
    <p:sldId xmlns:r="http://schemas.openxmlformats.org/officeDocument/2006/relationships" id="266" r:id="R27b4085859dc4e35"/>
    <p:sldId xmlns:r="http://schemas.openxmlformats.org/officeDocument/2006/relationships" id="267" r:id="R80f10a11be534d9b"/>
    <p:sldId xmlns:r="http://schemas.openxmlformats.org/officeDocument/2006/relationships" id="268" r:id="R34dc21cc75ed4df4"/>
    <p:sldId xmlns:r="http://schemas.openxmlformats.org/officeDocument/2006/relationships" id="269" r:id="Rad2fdc051b9d4c10"/>
    <p:sldId xmlns:r="http://schemas.openxmlformats.org/officeDocument/2006/relationships" id="270" r:id="Rfd927f07d65c4288"/>
    <p:sldId xmlns:r="http://schemas.openxmlformats.org/officeDocument/2006/relationships" id="271" r:id="R645fad36702a4382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04e7990f6945a5" /><Relationship Type="http://schemas.openxmlformats.org/officeDocument/2006/relationships/slideMaster" Target="/ppt/slideMasters/slideMaster1.xml" Id="R3d211055ca184b37" /><Relationship Type="http://schemas.openxmlformats.org/officeDocument/2006/relationships/notesMaster" Target="/ppt/notesMasters/notesMaster1.xml" Id="R5e81385e19ea499f" /><Relationship Type="http://schemas.openxmlformats.org/officeDocument/2006/relationships/presProps" Target="/ppt/presProps.xml" Id="R0c50c6c77c9144e7" /><Relationship Type="http://schemas.openxmlformats.org/officeDocument/2006/relationships/viewProps" Target="/ppt/viewProps.xml" Id="Rdf23c313d7794998" /><Relationship Type="http://schemas.openxmlformats.org/officeDocument/2006/relationships/tableStyles" Target="/ppt/tableStyles.xml" Id="Rcb3939b3a6d74690" /><Relationship Type="http://schemas.openxmlformats.org/officeDocument/2006/relationships/slide" Target="/ppt/slides/slide1.xml" Id="R8d30559140fb410f" /><Relationship Type="http://schemas.openxmlformats.org/officeDocument/2006/relationships/slide" Target="/ppt/slides/slide2.xml" Id="R9dfa03b4bcfd4f0d" /><Relationship Type="http://schemas.openxmlformats.org/officeDocument/2006/relationships/slide" Target="/ppt/slides/slide3.xml" Id="Rfafd2be79b5b449f" /><Relationship Type="http://schemas.openxmlformats.org/officeDocument/2006/relationships/slide" Target="/ppt/slides/slide4.xml" Id="R281907134a7f44dd" /><Relationship Type="http://schemas.openxmlformats.org/officeDocument/2006/relationships/slide" Target="/ppt/slides/slide5.xml" Id="R17700b42780b4440" /><Relationship Type="http://schemas.openxmlformats.org/officeDocument/2006/relationships/slide" Target="/ppt/slides/slide6.xml" Id="R5dde8045ade4475e" /><Relationship Type="http://schemas.openxmlformats.org/officeDocument/2006/relationships/slide" Target="/ppt/slides/slide7.xml" Id="Rbc9ee7ee96e14b9a" /><Relationship Type="http://schemas.openxmlformats.org/officeDocument/2006/relationships/slide" Target="/ppt/slides/slide8.xml" Id="Reb4aec17e67543f6" /><Relationship Type="http://schemas.openxmlformats.org/officeDocument/2006/relationships/slide" Target="/ppt/slides/slide9.xml" Id="Rda85cefc698e4179" /><Relationship Type="http://schemas.openxmlformats.org/officeDocument/2006/relationships/slide" Target="/ppt/slides/slide10.xml" Id="Rc814532ff5a64eac" /><Relationship Type="http://schemas.openxmlformats.org/officeDocument/2006/relationships/slide" Target="/ppt/slides/slide11.xml" Id="R27b4085859dc4e35" /><Relationship Type="http://schemas.openxmlformats.org/officeDocument/2006/relationships/slide" Target="/ppt/slides/slide12.xml" Id="R80f10a11be534d9b" /><Relationship Type="http://schemas.openxmlformats.org/officeDocument/2006/relationships/slide" Target="/ppt/slides/slide13.xml" Id="R34dc21cc75ed4df4" /><Relationship Type="http://schemas.openxmlformats.org/officeDocument/2006/relationships/slide" Target="/ppt/slides/slide14.xml" Id="Rad2fdc051b9d4c10" /><Relationship Type="http://schemas.openxmlformats.org/officeDocument/2006/relationships/slide" Target="/ppt/slides/slide15.xml" Id="Rfd927f07d65c4288" /><Relationship Type="http://schemas.openxmlformats.org/officeDocument/2006/relationships/slide" Target="/ppt/slides/slide16.xml" Id="R645fad36702a43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a0a35d62c64f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e7cff65ea14513" /><Relationship Type="http://schemas.openxmlformats.org/officeDocument/2006/relationships/notesMaster" Target="/ppt/notesMasters/notesMaster1.xml" Id="Rf7db8aa2fe50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272276656f4d25" /><Relationship Type="http://schemas.openxmlformats.org/officeDocument/2006/relationships/notesMaster" Target="/ppt/notesMasters/notesMaster1.xml" Id="R0d5e382d245d44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04abaf8c784328" /><Relationship Type="http://schemas.openxmlformats.org/officeDocument/2006/relationships/notesMaster" Target="/ppt/notesMasters/notesMaster1.xml" Id="Rd55572e22d2543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6d18aff5644965" /><Relationship Type="http://schemas.openxmlformats.org/officeDocument/2006/relationships/notesMaster" Target="/ppt/notesMasters/notesMaster1.xml" Id="Re3e9798745b6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5d11bcda26452b" /><Relationship Type="http://schemas.openxmlformats.org/officeDocument/2006/relationships/notesMaster" Target="/ppt/notesMasters/notesMaster1.xml" Id="R78e344c4a9de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ba168aaf814fd5" /><Relationship Type="http://schemas.openxmlformats.org/officeDocument/2006/relationships/notesMaster" Target="/ppt/notesMasters/notesMaster1.xml" Id="R9dbecaee30ff4f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ae2120bf264362" /><Relationship Type="http://schemas.openxmlformats.org/officeDocument/2006/relationships/notesMaster" Target="/ppt/notesMasters/notesMaster1.xml" Id="Rf5878de78d8142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2565ee0a1a4eaf" /><Relationship Type="http://schemas.openxmlformats.org/officeDocument/2006/relationships/notesMaster" Target="/ppt/notesMasters/notesMaster1.xml" Id="R1037c0a5913848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b6fb432c784d1c" /><Relationship Type="http://schemas.openxmlformats.org/officeDocument/2006/relationships/notesMaster" Target="/ppt/notesMasters/notesMaster1.xml" Id="R7497c0a8a69544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4e159a562d4622" /><Relationship Type="http://schemas.openxmlformats.org/officeDocument/2006/relationships/notesMaster" Target="/ppt/notesMasters/notesMaster1.xml" Id="Rda934bd190ff4f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5ec539e1a24f0a" /><Relationship Type="http://schemas.openxmlformats.org/officeDocument/2006/relationships/notesMaster" Target="/ppt/notesMasters/notesMaster1.xml" Id="R51763b3590404f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98d905cc4544fb" /><Relationship Type="http://schemas.openxmlformats.org/officeDocument/2006/relationships/notesMaster" Target="/ppt/notesMasters/notesMaster1.xml" Id="Rc7c8b91e572b46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aabffa22424e65" /><Relationship Type="http://schemas.openxmlformats.org/officeDocument/2006/relationships/notesMaster" Target="/ppt/notesMasters/notesMaster1.xml" Id="R7066f998842645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3d7046ec984bde" /><Relationship Type="http://schemas.openxmlformats.org/officeDocument/2006/relationships/notesMaster" Target="/ppt/notesMasters/notesMaster1.xml" Id="R382dc2ee3e3941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09fd1e10f841e3" /><Relationship Type="http://schemas.openxmlformats.org/officeDocument/2006/relationships/notesMaster" Target="/ppt/notesMasters/notesMaster1.xml" Id="R97d9eb4419a845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dfb033e21d4d3d" /><Relationship Type="http://schemas.openxmlformats.org/officeDocument/2006/relationships/notesMaster" Target="/ppt/notesMasters/notesMaster1.xml" Id="Rd2ca3108658340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9016460d44801" /><Relationship Type="http://schemas.openxmlformats.org/officeDocument/2006/relationships/image" Target="/ppt/media/image.png" Id="R0e6ac00d5b734d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7441706504fa7" /><Relationship Type="http://schemas.openxmlformats.org/officeDocument/2006/relationships/image" Target="/ppt/media/image2.png" Id="R8968820378bf4d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09d78e02847d2" /><Relationship Type="http://schemas.openxmlformats.org/officeDocument/2006/relationships/image" Target="/ppt/media/image3.png" Id="R1d9c3b9d95294b7c" /><Relationship Type="http://schemas.openxmlformats.org/officeDocument/2006/relationships/image" Target="/ppt/media/image4.png" Id="R7e7c606f9a5847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1a6ebac2c4164" /><Relationship Type="http://schemas.openxmlformats.org/officeDocument/2006/relationships/image" Target="/ppt/media/image5.png" Id="Rafcec66301b64a24" /><Relationship Type="http://schemas.openxmlformats.org/officeDocument/2006/relationships/image" Target="/ppt/media/image4.png" Id="Rfbba9e372a834a07" /><Relationship Type="http://schemas.openxmlformats.org/officeDocument/2006/relationships/image" Target="/ppt/media/image6.png" Id="R94e1f780bffa40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9d4501f4842cb" /><Relationship Type="http://schemas.openxmlformats.org/officeDocument/2006/relationships/image" Target="/ppt/media/image5.png" Id="R384452b7cd884116" /><Relationship Type="http://schemas.openxmlformats.org/officeDocument/2006/relationships/image" Target="/ppt/media/image4.png" Id="Ref23334beebf4193" /><Relationship Type="http://schemas.openxmlformats.org/officeDocument/2006/relationships/image" Target="/ppt/media/image6.png" Id="Rcd379b9b80bc4c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096c196904894" /><Relationship Type="http://schemas.openxmlformats.org/officeDocument/2006/relationships/image" Target="/ppt/media/image5.png" Id="R21a430b7fd3d4558" /><Relationship Type="http://schemas.openxmlformats.org/officeDocument/2006/relationships/image" Target="/ppt/media/image4.png" Id="R7dd271d5a32e4891" /><Relationship Type="http://schemas.openxmlformats.org/officeDocument/2006/relationships/image" Target="/ppt/media/image6.png" Id="R8786a543ec1d41a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69d1babbb498d" /><Relationship Type="http://schemas.openxmlformats.org/officeDocument/2006/relationships/image" Target="/ppt/media/image5.png" Id="R0a770ef6b6eb4fa2" /><Relationship Type="http://schemas.openxmlformats.org/officeDocument/2006/relationships/image" Target="/ppt/media/image4.png" Id="R36c4f8cc8c1b4065" /><Relationship Type="http://schemas.openxmlformats.org/officeDocument/2006/relationships/image" Target="/ppt/media/image6.png" Id="R426f25f2fdf349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5ece1c6a04927" /><Relationship Type="http://schemas.openxmlformats.org/officeDocument/2006/relationships/image" Target="/ppt/media/image5.png" Id="Red190d3ccc4148d8" /><Relationship Type="http://schemas.openxmlformats.org/officeDocument/2006/relationships/image" Target="/ppt/media/image4.png" Id="Rb6aabe854ce14f34" /><Relationship Type="http://schemas.openxmlformats.org/officeDocument/2006/relationships/image" Target="/ppt/media/image6.png" Id="R98011610ae0b497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7ef2ad9934157" /><Relationship Type="http://schemas.openxmlformats.org/officeDocument/2006/relationships/image" Target="/ppt/media/image7.png" Id="R4e84562740fb41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45b92d1c746b1" /><Relationship Type="http://schemas.openxmlformats.org/officeDocument/2006/relationships/image" Target="/ppt/media/image8.png" Id="Rb1c69ca4d4e5445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21d5d990a4113" /><Relationship Type="http://schemas.openxmlformats.org/officeDocument/2006/relationships/image" Target="/ppt/media/image9.png" Id="R678cbae73395474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800a0df764df9" /><Relationship Type="http://schemas.openxmlformats.org/officeDocument/2006/relationships/image" Target="/ppt/media/image10.png" Id="R8b29bca56f6c4b9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ad923ad1d4a52" /><Relationship Type="http://schemas.openxmlformats.org/officeDocument/2006/relationships/image" Target="/ppt/media/image11.png" Id="R59482179806c4fd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cbabefb854392" /><Relationship Type="http://schemas.openxmlformats.org/officeDocument/2006/relationships/image" Target="/ppt/media/image12.png" Id="Rc9a125d04be3430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23fdd82fc4505" /><Relationship Type="http://schemas.openxmlformats.org/officeDocument/2006/relationships/image" Target="/ppt/media/image13.png" Id="Rd104b3dd36c94da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ecc869dca4d8e" /><Relationship Type="http://schemas.openxmlformats.org/officeDocument/2006/relationships/image" Target="/ppt/media/image2.png" Id="R41be4d6de70e4c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8e6a2c34749ec" /><Relationship Type="http://schemas.openxmlformats.org/officeDocument/2006/relationships/image" Target="/ppt/media/image14.png" Id="Rc518c70631d3490f" /><Relationship Type="http://schemas.openxmlformats.org/officeDocument/2006/relationships/image" Target="/ppt/media/image15.png" Id="R94ee07ca701a401e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0e6ac00d5b734dd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8968820378bf4d22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1d9c3b9d95294b7c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c606f9a584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afcec66301b64a24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a9e372a834a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1f780bffa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384452b7cd884116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3334beebf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79b9b80bc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21a430b7fd3d455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271d5a32e48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6a543ec1d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0a770ef6b6eb4fa2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4f8cc8c1b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f25f2fdf3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ed190d3ccc4148d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abe854ce14f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1610ae0b49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4e84562740fb410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b1c69ca4d4e544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678cbae73395474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8b29bca56f6c4b9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59482179806c4fd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c9a125d04be3430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d104b3dd36c94da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41be4d6de70e4cd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c518c70631d3490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e07ca701a40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a1c6a6aae94af3" /><Relationship Type="http://schemas.openxmlformats.org/officeDocument/2006/relationships/slideLayout" Target="/ppt/slideLayouts/slideLayout1.xml" Id="R088bf573388f4467" /><Relationship Type="http://schemas.openxmlformats.org/officeDocument/2006/relationships/slideLayout" Target="/ppt/slideLayouts/slideLayout2.xml" Id="Ra856ee90f25c4e2f" /><Relationship Type="http://schemas.openxmlformats.org/officeDocument/2006/relationships/slideLayout" Target="/ppt/slideLayouts/slideLayout3.xml" Id="R1070f41c34ac4feb" /><Relationship Type="http://schemas.openxmlformats.org/officeDocument/2006/relationships/slideLayout" Target="/ppt/slideLayouts/slideLayout4.xml" Id="Re09f471ee3394130" /><Relationship Type="http://schemas.openxmlformats.org/officeDocument/2006/relationships/slideLayout" Target="/ppt/slideLayouts/slideLayout5.xml" Id="R30259f85467f4bda" /><Relationship Type="http://schemas.openxmlformats.org/officeDocument/2006/relationships/slideLayout" Target="/ppt/slideLayouts/slideLayout6.xml" Id="R3de708353f954ede" /><Relationship Type="http://schemas.openxmlformats.org/officeDocument/2006/relationships/slideLayout" Target="/ppt/slideLayouts/slideLayout7.xml" Id="Raa547ecc6fa54152" /><Relationship Type="http://schemas.openxmlformats.org/officeDocument/2006/relationships/slideLayout" Target="/ppt/slideLayouts/slideLayout8.xml" Id="R821d6ca1a62d4333" /><Relationship Type="http://schemas.openxmlformats.org/officeDocument/2006/relationships/slideLayout" Target="/ppt/slideLayouts/slideLayout9.xml" Id="R82adf03eecb84daf" /><Relationship Type="http://schemas.openxmlformats.org/officeDocument/2006/relationships/slideLayout" Target="/ppt/slideLayouts/slideLayout10.xml" Id="Ra7e50c84a83e490b" /><Relationship Type="http://schemas.openxmlformats.org/officeDocument/2006/relationships/slideLayout" Target="/ppt/slideLayouts/slideLayout11.xml" Id="Rfe7c329024cd4b5c" /><Relationship Type="http://schemas.openxmlformats.org/officeDocument/2006/relationships/slideLayout" Target="/ppt/slideLayouts/slideLayout12.xml" Id="Ra4918d6c257e41c8" /><Relationship Type="http://schemas.openxmlformats.org/officeDocument/2006/relationships/slideLayout" Target="/ppt/slideLayouts/slideLayout13.xml" Id="R8dc0216968c24b63" /><Relationship Type="http://schemas.openxmlformats.org/officeDocument/2006/relationships/slideLayout" Target="/ppt/slideLayouts/slideLayout14.xml" Id="Raf4334c9c2b444b6" /><Relationship Type="http://schemas.openxmlformats.org/officeDocument/2006/relationships/slideLayout" Target="/ppt/slideLayouts/slideLayout15.xml" Id="R428d44cad446427e" /><Relationship Type="http://schemas.openxmlformats.org/officeDocument/2006/relationships/slideLayout" Target="/ppt/slideLayouts/slideLayout16.xml" Id="R813cc8f0cc0c42fe" /><Relationship Type="http://schemas.openxmlformats.org/officeDocument/2006/relationships/slideLayout" Target="/ppt/slideLayouts/slideLayout17.xml" Id="R9879190ebcbd41c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bf573388f4467"/>
    <p:sldLayoutId xmlns:r="http://schemas.openxmlformats.org/officeDocument/2006/relationships" id="2147483650" r:id="Ra856ee90f25c4e2f"/>
    <p:sldLayoutId xmlns:r="http://schemas.openxmlformats.org/officeDocument/2006/relationships" id="2147483651" r:id="R1070f41c34ac4feb"/>
    <p:sldLayoutId xmlns:r="http://schemas.openxmlformats.org/officeDocument/2006/relationships" id="2147483652" r:id="Re09f471ee3394130"/>
    <p:sldLayoutId xmlns:r="http://schemas.openxmlformats.org/officeDocument/2006/relationships" id="2147483653" r:id="R30259f85467f4bda"/>
    <p:sldLayoutId xmlns:r="http://schemas.openxmlformats.org/officeDocument/2006/relationships" id="2147483654" r:id="R3de708353f954ede"/>
    <p:sldLayoutId xmlns:r="http://schemas.openxmlformats.org/officeDocument/2006/relationships" id="2147483655" r:id="Raa547ecc6fa54152"/>
    <p:sldLayoutId xmlns:r="http://schemas.openxmlformats.org/officeDocument/2006/relationships" id="2147483656" r:id="R821d6ca1a62d4333"/>
    <p:sldLayoutId xmlns:r="http://schemas.openxmlformats.org/officeDocument/2006/relationships" id="2147483657" r:id="R82adf03eecb84daf"/>
    <p:sldLayoutId xmlns:r="http://schemas.openxmlformats.org/officeDocument/2006/relationships" id="2147483658" r:id="Ra7e50c84a83e490b"/>
    <p:sldLayoutId xmlns:r="http://schemas.openxmlformats.org/officeDocument/2006/relationships" id="2147483659" r:id="Rfe7c329024cd4b5c"/>
    <p:sldLayoutId xmlns:r="http://schemas.openxmlformats.org/officeDocument/2006/relationships" id="2147483660" r:id="Ra4918d6c257e41c8"/>
    <p:sldLayoutId xmlns:r="http://schemas.openxmlformats.org/officeDocument/2006/relationships" id="2147483661" r:id="R8dc0216968c24b63"/>
    <p:sldLayoutId xmlns:r="http://schemas.openxmlformats.org/officeDocument/2006/relationships" id="2147483662" r:id="Raf4334c9c2b444b6"/>
    <p:sldLayoutId xmlns:r="http://schemas.openxmlformats.org/officeDocument/2006/relationships" id="2147483663" r:id="R428d44cad446427e"/>
    <p:sldLayoutId xmlns:r="http://schemas.openxmlformats.org/officeDocument/2006/relationships" id="2147483664" r:id="R813cc8f0cc0c42fe"/>
    <p:sldLayoutId xmlns:r="http://schemas.openxmlformats.org/officeDocument/2006/relationships" id="2147483665" r:id="R9879190ebcbd41cd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332f76959ba42f2" /><Relationship Type="http://schemas.openxmlformats.org/officeDocument/2006/relationships/image" Target="/ppt/media/image15.png" Id="R564e535967a54449" /><Relationship Type="http://schemas.openxmlformats.org/officeDocument/2006/relationships/notesSlide" Target="/ppt/notesSlides/notesSlide1.xml" Id="R751c6eea64b1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5dee83a33314359" /><Relationship Type="http://schemas.openxmlformats.org/officeDocument/2006/relationships/notesSlide" Target="/ppt/notesSlides/notesSlide2.xml" Id="Re2143935cc62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fc1d632d64141a1" /><Relationship Type="http://schemas.openxmlformats.org/officeDocument/2006/relationships/notesSlide" Target="/ppt/notesSlides/notesSlide3.xml" Id="R641c932ae4154e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b3235a692fb40fb" /><Relationship Type="http://schemas.openxmlformats.org/officeDocument/2006/relationships/notesSlide" Target="/ppt/notesSlides/notesSlide4.xml" Id="Rfbb7824b8539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80a40c3621b4238" /><Relationship Type="http://schemas.openxmlformats.org/officeDocument/2006/relationships/notesSlide" Target="/ppt/notesSlides/notesSlide5.xml" Id="Rc7768087463f45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481e329f76b4536" /><Relationship Type="http://schemas.openxmlformats.org/officeDocument/2006/relationships/notesSlide" Target="/ppt/notesSlides/notesSlide6.xml" Id="R4ed01ac8b4924c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09a354a89bc43a4" /><Relationship Type="http://schemas.openxmlformats.org/officeDocument/2006/relationships/notesSlide" Target="/ppt/notesSlides/notesSlide7.xml" Id="R6d13e533cfb344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99f0d392d664352" /><Relationship Type="http://schemas.openxmlformats.org/officeDocument/2006/relationships/notesSlide" Target="/ppt/notesSlides/notesSlide8.xml" Id="Raf1073fc48ed4a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88c23195cf34fa1" /><Relationship Type="http://schemas.openxmlformats.org/officeDocument/2006/relationships/notesSlide" Target="/ppt/notesSlides/notesSlide9.xml" Id="R5cf81a2e044a4e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cf563386a42498b" /><Relationship Type="http://schemas.openxmlformats.org/officeDocument/2006/relationships/notesSlide" Target="/ppt/notesSlides/notesSlide10.xml" Id="Rceebefc7bad245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8445f6de12d4f89" /><Relationship Type="http://schemas.openxmlformats.org/officeDocument/2006/relationships/notesSlide" Target="/ppt/notesSlides/notesSlide11.xml" Id="R3dddfaf63eac48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e17c9281ccd4a9b" /><Relationship Type="http://schemas.openxmlformats.org/officeDocument/2006/relationships/notesSlide" Target="/ppt/notesSlides/notesSlide12.xml" Id="R88dc0fde655440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fd42f33db3e4f67" /><Relationship Type="http://schemas.openxmlformats.org/officeDocument/2006/relationships/notesSlide" Target="/ppt/notesSlides/notesSlide13.xml" Id="R2babcd54b8ac41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452f0e8734d43bc" /><Relationship Type="http://schemas.openxmlformats.org/officeDocument/2006/relationships/notesSlide" Target="/ppt/notesSlides/notesSlide14.xml" Id="R2778a83f655843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35114337672433c" /><Relationship Type="http://schemas.openxmlformats.org/officeDocument/2006/relationships/notesSlide" Target="/ppt/notesSlides/notesSlide15.xml" Id="R0254dcb36aa54a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6cd4761c03749e3" /><Relationship Type="http://schemas.openxmlformats.org/officeDocument/2006/relationships/notesSlide" Target="/ppt/notesSlides/notesSlide16.xml" Id="R95be2f95c17343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7A6EF4-43D2-4A18-B286-A4EC49C1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e535967a54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5771EA6-0881-414C-8EAD-E96F046E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BFCE111-DCFB-4B45-9222-D847ED54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DB1D00C-BE4F-4218-8CEC-DF5875F8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Data drift &amp; métriques (concepts)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52973B-0D4A-40FB-8D4C-1FBF113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US3.5 · C3/C8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076E68-380F-4BF6-BC37-03E00507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7671497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7B28C0-9258-4B05-AEDB-142C235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0C52BE5-102B-4DA2-BD24-137FA25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34AFA44-2929-4ABC-AC35-3525FD9C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E0C2AC7-B962-467F-8151-59E9C15F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C9BA5F14-04A5-471E-8656-07054B10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8DE78E-633D-4991-989D-9878B9CF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E1A03B-993F-4EA2-93DC-E27F5924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Distinguer covariate et concept drift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E2E7603-8EF4-4603-B5F6-1CB80F5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3756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DCCC102-DC0D-442D-9D88-4FE7A8AF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101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F358C1D-1E57-4476-819B-994C1BAB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3756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Choisir features, tests (PSI, KS) et seuils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F6BE682-079E-49A4-9047-D2B2D1B4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8736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71D04B2-9901-455D-93B1-65EE131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E67C4F3-C8E4-48FD-91A9-A50CBD08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8736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Opposer KPI technique et KPI métier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E95B9F16-EA17-49D7-989D-8D745C19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274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D48A98-C352-4300-B411-B81F62F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0001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015D83-907C-42F7-B335-8C5AFB28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72744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Simuler un drift reproductible et le détecter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56DE8F7-13D8-4A4D-ACAD-21B5B5E5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A938F0D-A619-41C0-A2E0-4F402849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BB3DC6B9-84FE-4BFD-AB91-B7C5CE2B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72B9919-7828-43BB-A5FE-AFBDB0B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F6A2EA2-140F-4FBC-8AC2-B38606B8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005FF9C1-66D8-4FA2-83FF-89FC6AEE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2047117-5B3E-4343-9025-FB02E0F2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F261214-EF17-4589-91B5-F57C6B3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FCBBEA3C-3F18-4AEC-AF45-16A46E7E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AB45D64-7522-46BA-A6BA-FD5517BA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CF40310-C69F-49B1-8AAB-1307861A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A90D67AC-E77B-4B6E-AE87-B5F0C5A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7F14F4E-6F0E-434B-87A2-D7A9C897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949AB29-0AB9-4588-8FEB-3C4CF0CE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EF41BE70-51E0-478B-9EE4-70B6046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D692930-CE58-4EBE-A0FA-FFF1119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drift_spec.md · simulation +8 °C → PSI ≈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3,32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KS p ≈ 0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FA0D67A-AF1A-417E-A475-FA797CAF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76FA238-8446-47E7-8311-E752ED11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2756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1A900C-0F97-4151-8242-1BD03A8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D29364-F2EF-459F-B957-FFEF2E5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9235EA-2C33-4FE1-8CCF-73ED21D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DBD3A8-D774-4CE9-96C0-5CE5FFEE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31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600A719-7BAF-41D1-84E0-00E713A9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13256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89E21C-4704-4476-B6BC-41828585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2729E2A-060E-43A6-9698-CB71AE90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625D78-48B3-4509-A3CE-CB26F51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4DD807-7D6B-45CA-B9B8-FBA3827F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Trois mois après la mise en production, le modèle prédit n'importe quoi. Personne n'a touché au code : ce sont les DONNÉES qui ont changé (matière, saison, capteur). C'est le drift.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6CD04A6-901E-45D3-9180-6F5B6D8C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0AD230-1827-4E3B-A3E5-0DDA21D3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7A0E5B8-74C2-4002-AED1-FCCBB01E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modèle qui dérive prend des décisions injustes ou dangereuses sans prévenir. Mesurer le drift relève du devoir de vigilance.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F3F07B-D5E3-4729-8CCD-A1850C16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E765F4-47EE-494E-86C0-6C79EC7F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33974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3D6DEB-073C-49CC-A86D-393E980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B94AC45-FCE8-47C4-AF68-B566A346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02F29A-CB5C-4E55-A4FB-FC8626E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D9F1A7-35D1-4A61-BC7C-07C1D685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un modèle se périme quand les données changent. Pourquoi : on SURVEILLE la dérive (drift) pour réagir à temps.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0589544-0281-4499-B819-7C7CD6D4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446648-77D3-4509-AFF3-B6C85D8B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PSI : indice qui mesure l'ampleur d'une dérive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7449DE2-24B4-4CA7-8716-61E7AA9D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1A6C66-5BE2-45E5-92A1-196D1077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Test KS : compare deux distributions (référence vs courant)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583E01E-3F22-4B52-94DC-434F1E0C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494CCA-E46F-4E39-8E98-94483BD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Seuils 0,1 / 0,25 : dérive légère / forte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01FB7CB0-3252-4CD9-979A-F49EE4DB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2F61FC-5A1E-4823-9522-504329F4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Cooldown : on n'alerte pas en boucle (anti-spam)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CDE2D6F-750F-4257-B79E-FA90F45B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CDEF195-96C7-4039-8799-1FE386F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BCCCF9-DE81-4679-87A6-6C54A13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184648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Détecter une dérive de données et alerter à bon escient.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C8AE317-81B9-4641-8B22-A4E9D419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5E8FC24-7100-408C-826B-16D9BC4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6209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3091C3-AF87-4B53-AEEC-39538191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E0618F2-849E-4FF3-B195-2A0AAB93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64D268-D583-4EBD-8A3D-0325730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modèle ne vieillit pas seul : la donnée dérive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26F055C-DF97-4AA5-B28D-A3D67B26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 modèle figé se dégrade quand le monde (donc la donnée) change : c'est le drift.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978C38F-63DA-4922-80D8-A9568EF0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53C4A8-A7F5-43E9-BC54-DAD9A2E3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référence (train)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A6BB76-60A2-452A-A349-121C5EA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894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F1A9AA0-823C-414F-8ADA-B01A6515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94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9E5B8E-516E-4752-A086-698AA094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534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fenêtre courante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BA7F77B-0A28-4B1A-B5C5-9BBA1B1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429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CDC102B-B8F2-4808-9550-9879955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2629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3D4FE0-0ADA-43BC-9321-367B825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069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drift 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8CE17BE-186D-47CB-9330-76C12B3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F391D2A2-33BB-4434-B3AF-FCFCDC26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B9CF1C6-E06B-4C96-86EC-02C1BDBB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E500B8-3ACC-4148-A181-3E6036EE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21DDC2E-D2A1-4BFC-B835-88D466D4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Covariate drift = P(X) change (les entrées). Concept drift = P(y|x) change (la relation). Référence = distribution de référence (souvent le train).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87B889D-9855-4F26-80B4-B649369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B9EF3D88-C75B-43F4-9ABB-94373A8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CA73C58-57CA-413E-BE9B-5240318D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6D82E7E-41B9-4C77-8406-4FEBC5C1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D52F8BA-7DB2-4FF7-A386-83E23BF0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Un bon modèle reste bon. » FAUX : sans surveillance, TOUT modèle se dégrade quand la donnée dérive.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919044D-3722-4DF8-85D5-B2C2EC6E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D446966-7CE8-4BAC-9E2A-261CFE98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Covariate = sans labels ; concept = nécessite des labels récents (donc un délai).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BA50B60-2AF8-4CDD-80DC-ED0777A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625996A-9939-48CA-9BC2-7EA93731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311794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A4FE98-6E9C-460E-BCA9-66CC4BEE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B02D8FF-3F02-42BF-8A0F-780C08E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9873153-BE86-4CFD-87DE-9FB85F91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Mesurer la dérive : PSI &amp; KS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C6C2503-F19A-44C4-8BB1-ADC64166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PSI dit DE COMBIEN ça dérive ; le test KS dit si c'est SIGNIFICATIF.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1F7599B-A792-4CCD-A8B9-38450B86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4523F3-6606-463B-B693-ED1F334B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PSI : &lt;0,1 ok · 0,1–0,25 surveiller · &gt;0,25 agir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D64C693A-1C2D-4DFB-AD09-BD53ABF5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CEBA5B-797C-437F-A338-288FB75B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KS : p-value ≈ 0 = distributions différentes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2BEC3BB-6E63-4F04-A63B-1A7938D2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398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7B3A29-8419-462D-89D8-EE75FF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3016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Les deux sont complémentaires : ampleur + significativité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4F85ED2-BC87-4C1D-B371-F28B9C84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15383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DE25462-0F8E-4269-929F-B1FED1C1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16551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89C95E0-A7A4-4252-B9C2-38451B1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389119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C08AADE-8378-43E9-972C-667DBF19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53127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36F505-ADE7-402D-B288-837B3053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56631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décalage +8 °C de temperature fait passer le PSI de ~0 à ≈ </a:t>
            </a: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3,32</a:t>
            </a: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 (KS p ≈ 0) : dérive franche, détectée sans aucun label.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9EC5310-101C-4940-B572-4FEEC829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15383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42110BF-FA9E-4EDE-BB15-019E6911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16551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B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154417-2F86-48D5-81DD-A413D7C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389119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0B3B51C-EF84-47BF-A1DF-F6127B4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53127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5A6B73"/>
                </a:solidFill>
                <a:latin typeface="Manrope"/>
                <a:ea typeface="Manrope"/>
                <a:cs typeface="Manrope"/>
              </a:rPr>
              <a:t>Détail technique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76A887-8A98-4C94-88B2-0CD153F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56631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bin vide donne ln(x/0) = ∞. On lisse (+1e-6) pour éviter l'infini.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4E9A955-7667-48A9-B2B5-4BDF16D1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CBDC0E-4198-4E35-B16E-A7B8355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PSI quantifie, KS valide : on combine les deux.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B0C3D03-0ABD-4777-91D1-F0B9FE30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91FFAE0-7084-4263-A26C-C2221AF7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688462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1E1520B-FFE3-4A60-8A43-D4734DE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8665C1F-2A61-4CFC-8C4A-78AC7D2D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05ED6A4-4D4B-418E-BCE3-D4C99EFD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La drift spec : surveiller, ce n'est pas bricoler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63FA9F-002A-4540-87B3-965ABC2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fige quoi surveiller, sur quelle fenêtre, avec quel seuil et à quelle fréquence.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B509004-5285-464E-B21F-9E520FFC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BF76559-3CCA-43C9-B288-65EC364A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Par feature : référence · fenêtre courante · test · seuil · fréquence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D507269-536E-4FD6-9FB4-B5F13792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F878B3-F82C-49A9-89D1-3CDE3DD1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KPI technique (PSI/KS, précoce) vs KPI métier (rappel sur incidents, tardif)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4BB443E-3896-4437-86F5-C81CB675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89CC8CF-5690-46B8-BE9F-B90694F1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5DBA7B-9999-4C4E-9EE9-FA0A387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3E75A3D-3ACE-4DAC-BF75-FEBDCACC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4EED0E-C452-41CD-9D41-9FD606D0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Sans référence figée ni seuil justifié, le monitoring de drift n'a aucun sens (on compare à une cible mouvante).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11334AB-DAF5-48FB-BD8F-789ADA3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B1D42D2-2761-4B0E-A56A-B257806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2F6E77-121E-41F2-AA35-D090083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D8EF41B-D82D-4F6B-90E4-41D84961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E4D685E-A146-45CA-B5B3-5423191B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Corrèle les deux KPI : un PSI qui grimpe AVANT que le rappel ne chute = alerte précoce = on agit avant de subir les pannes.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E1ACD46-F55D-456D-8EF9-53643C42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58E6AB0-418C-4483-9EFA-8F6F2E65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Une drift spec rigoureuse transforme une intuition en alerte fiable.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D83E14D-D4B9-4EFA-AB8B-FC80515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0D9B09-DF48-4337-BCCC-B3E0067F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08250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9AFDB0-68B4-46D8-BA12-C4EB939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3351E60-9AAD-4911-AAAA-E6458FC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0928D4-4E7B-48F1-8A04-4982EC32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PSI, en vrai (lissage anti-infini)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CC5EAF4-2752-4775-AEF6-4F4C05E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PSI quantifie l'écart entre référence et fenêtre courante, par tranches.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C1BE62E-2D3E-433B-92AF-47C9697E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7E355C-B85F-4686-9D3E-4CF97CE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221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psi(ref, cur, bins=10, eps=1e-6):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q = np.quantile(ref, np.linspace(0, 1, bins + 1))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 = np.histogram(ref, q)[0] / len(ref) + eps     # +eps : pas d'infini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 = np.histogram(cur, q)[0] / len(cur) + eps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float(np.sum((c - r) * np.log(c / r)))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cur = ref + 8.0  -&gt;  PSI ~ </a:t>
            </a: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3,32</a:t>
            </a: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 ; ks_2samp(ref, cur) -&gt; p ~ 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A987FCF-4001-4840-A206-5479141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D20DA675-6DEA-4C39-B5C7-B1C6951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B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91C90F4-E71B-47CD-B8B8-5EC46AEF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0F4409-2513-4E27-8782-BD25030C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5A6B73"/>
                </a:solidFill>
                <a:latin typeface="Manrope"/>
                <a:ea typeface="Manrope"/>
                <a:cs typeface="Manrope"/>
              </a:rPr>
              <a:t>Détail technique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DE29389-EF09-4418-9A19-90EAA23C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⚠ Version naïve — bins fermés. Le TP vous fera trouver pourquoi elle est fausse.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DB0B7B2-7B7E-4C6C-83D4-9DD6DDFB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B15404B-120B-4D62-87E8-A196C5B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65B6845-5C33-4A32-AE4B-10A73EF1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F5587C2-B4CE-4E11-AED4-A0540AD1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EC5E0F-01F4-4F84-BAA1-40A2AFE6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+8 °C sur temperature : PSI de ~0 à ~</a:t>
            </a: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3,32</a:t>
            </a: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, détecté SANS aucun label (covariate).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CD996A6-C127-4794-973B-D4FD81F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B4A17EE-9305-4CA4-8B17-ABA86095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PSI = de combien (&gt;0,25 agir) ; KS = significatif (p~0). C3/C8.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7F3E784-B8E6-40D0-A613-8731DFEE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021FCA8-46FC-4048-9050-C7E65005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10955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6B3BBF-437C-4C94-9CCB-8105EA3C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111EA1E-3D19-4BEE-8658-A460DF47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A83960-B9DA-4B94-A489-0A81F9F7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412BB199-A2B9-4461-B362-9F0AD46E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545B317-E0B0-46A4-8805-B1D50E6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drift dégrade le modèle sans changer une ligne de code.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679FB03F-8B60-4D88-972E-88634AF8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804859-EF54-4F2B-B46E-5EDC33A8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PSI &gt; 0,25</a:t>
            </a: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 signale une dérive notable.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2A43E306-6838-44FE-8D42-B48E65EF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610251A-54A2-417E-82DC-BBCA4E6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surveille les ENTRÉES, pas seulement la sortie.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02340E-B39A-4861-8BBC-4644FE7B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3E5AAE-3D41-49BB-8BB8-DA730FC8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0296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AF044F-05D0-4C4B-874A-A32D42E5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158FD8-8AE6-42CC-985C-C514118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D7117C-C45E-4DF3-9DD4-E85A83BC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73AD065-6724-464D-8AB5-D5D63ECC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31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FE1BBB9-19CF-4E0A-9127-F1768635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53118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7FFC9D-10C7-4202-8C0D-7E7F5AC0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A4A358C-BDCF-45B0-8574-F2CB1D6F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14D8B1F-18D0-4A4F-BFB0-978902F4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PSI &amp; simulation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6893DBB-F5FB-4429-90FC-44475447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C67CC54-0A2E-4265-A239-000E90C0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ref = gold["temperature"]; cur = ref + 8.0     # +8 °C simulé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psi(ref, cur)              # ≈ </a:t>
            </a: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3,32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ks_2samp(ref, cur).pvalue  # ≈ 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3B7A23E-7097-4AB2-A78F-357F5046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B66B159-8357-47B7-A947-DB0B5082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CB3EEE0-36A9-411E-93E9-2AB58C06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PSI ≈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3,32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, KS p ≈ 0 → dérive détectée (cohérent 95).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E4388B6-44C6-409D-B2A1-6BFDFCC4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44C1C7-537E-47B5-BC83-B449751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36156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7CC910-1125-4C50-8174-091EC05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0E5C5C1-D8D7-46E5-8732-6BDA7979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ADD3B1-3FAD-4E77-92C2-22958F3E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drift spec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88C243A-37BB-4FD4-A620-615645A2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79BFEC-7825-460D-8C87-1CECAAB9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drift_spec.md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| feature | test | référence | fenêtre | seuil | fréquence |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| temperature | PSI+KS | train | 7 j | &gt;0,25 | quotidienne |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1621AE5-DB51-4ED8-8EFC-36B91EA4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142801-E8BE-46FA-B8E3-74F1E552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8DE4EC7-60D9-42EA-B013-CFF71C84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Runbook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Section drift : symptôme (PSI&gt;seuil) → diagnostic (capteur) → action.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137CB0-E9D1-487B-928D-EFDA683B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D9ED94-B836-4F90-BA9E-AEB2AA89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65113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A2D0A6-33B3-4339-84CE-A9ED4CE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13E57B-E648-40F3-8906-C3E72AEA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AB25C88-E134-497D-BFC7-53B7C4AE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84003B-6A8A-4239-8D3A-AF1C5D4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31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4885E0-EB65-4ECA-8237-79E70E6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08751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936CA1-D4B2-421E-AB3E-265E123F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7D9772E-1635-4ECB-BDA9-2201B781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5C08447-FB1F-437C-AE9E-1C529FF5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explorer le drift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ACA0FB-CAB7-4774-B157-DFAFA0AD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0404B70-16C0-4BB0-B016-9CC90BE8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DCE41A8-B43D-42AF-A712-631B8CEF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Tester la sensibilité du PSI au nombre de bins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5035916C-F1B4-4A8C-A5A1-FC4DC0DF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5DED5EE-0B00-4646-95F7-C8BBA2F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simuler un drift progressif (+1 °C/jour) et tracer le PSI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178AB0F-B415-4251-BE16-9E13C00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8DBE6DE5-A4FA-4BB4-ABF3-6836E93A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FC4D623-BF6A-40CA-827D-4E37399D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C4255A2-6C39-430D-B5C2-CDBE7FC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958F964-9689-4449-B261-DA17EB5E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PSI sans lissage (+1e-6) peut valoir l'infini : à corriger. Partagez votre courbe de PSI pour la commenter ensemble.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A96F1E1-8C78-4B37-A99F-441CF174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EE61790-49CB-437C-89FB-2C7432D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493682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C8002D-1458-4599-9284-77D189E1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90F845C-4F4D-461F-B022-6E8779B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FB67D2B-5609-462D-929E-331D12D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A56D4BD0-F74C-465D-8129-8BD6430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875F0CA-7A3E-4A64-9489-350C4244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drift_spec.md + simulation reproductible + runbook mis à jour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784D8AE-4B85-4A31-A4AC-5CD5C345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1A486EF-1D19-49DC-9854-D6DA749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A26B12-0E21-48AC-A98A-5D0A1D8E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32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automatise : rapport de drift + alerting intégré au flow.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DC4B9CB-13FC-4830-95F6-8A86422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EAF3F56-9411-48EA-B559-E34C522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28401186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2026-08-24T07:13:17.0260000Z</dcterms:created>
  <dcterms:modified xsi:type="dcterms:W3CDTF">2026-08-24T07:13:17.0260000Z</dcterms:modified>
</coreProperties>
</file>