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107918c9504d36" /><Relationship Type="http://schemas.openxmlformats.org/officeDocument/2006/relationships/extended-properties" Target="/docProps/app.xml" Id="R1d3456a28df54012" /><Relationship Type="http://schemas.openxmlformats.org/officeDocument/2006/relationships/officeDocument" Target="/ppt/presentation.xml" Id="R51e472ade6f346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2a55dbb43247d7"/>
  </p:sldMasterIdLst>
  <p:notesMasterIdLst>
    <p:notesMasterId xmlns:r="http://schemas.openxmlformats.org/officeDocument/2006/relationships" r:id="R1d7c7052b7a14a1a"/>
  </p:notesMasterIdLst>
  <p:sldIdLst>
    <p:sldId xmlns:r="http://schemas.openxmlformats.org/officeDocument/2006/relationships" id="256" r:id="R8bc223d26ba44db2"/>
    <p:sldId xmlns:r="http://schemas.openxmlformats.org/officeDocument/2006/relationships" id="257" r:id="R24cc0024eef54ef0"/>
    <p:sldId xmlns:r="http://schemas.openxmlformats.org/officeDocument/2006/relationships" id="258" r:id="R959d3e708a9c4cb3"/>
    <p:sldId xmlns:r="http://schemas.openxmlformats.org/officeDocument/2006/relationships" id="259" r:id="R68baf182188b4eb3"/>
    <p:sldId xmlns:r="http://schemas.openxmlformats.org/officeDocument/2006/relationships" id="260" r:id="Rc49ddf95f683481e"/>
    <p:sldId xmlns:r="http://schemas.openxmlformats.org/officeDocument/2006/relationships" id="261" r:id="R79a0c2ab8ac5454f"/>
    <p:sldId xmlns:r="http://schemas.openxmlformats.org/officeDocument/2006/relationships" id="262" r:id="R367d1ac8f16a4158"/>
    <p:sldId xmlns:r="http://schemas.openxmlformats.org/officeDocument/2006/relationships" id="263" r:id="Rda5a0e95b1324f1e"/>
    <p:sldId xmlns:r="http://schemas.openxmlformats.org/officeDocument/2006/relationships" id="264" r:id="Rb9ad195248c24499"/>
    <p:sldId xmlns:r="http://schemas.openxmlformats.org/officeDocument/2006/relationships" id="265" r:id="Rf6975e3478f641ce"/>
    <p:sldId xmlns:r="http://schemas.openxmlformats.org/officeDocument/2006/relationships" id="266" r:id="Rada09823c06d4e4e"/>
    <p:sldId xmlns:r="http://schemas.openxmlformats.org/officeDocument/2006/relationships" id="267" r:id="R7d3fbbc91be141b5"/>
    <p:sldId xmlns:r="http://schemas.openxmlformats.org/officeDocument/2006/relationships" id="268" r:id="Rdc0ad6115bd349f0"/>
    <p:sldId xmlns:r="http://schemas.openxmlformats.org/officeDocument/2006/relationships" id="269" r:id="R0f9510efd6384807"/>
    <p:sldId xmlns:r="http://schemas.openxmlformats.org/officeDocument/2006/relationships" id="270" r:id="R7114e5be34b64616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0bb450376e4734" /><Relationship Type="http://schemas.openxmlformats.org/officeDocument/2006/relationships/slideMaster" Target="/ppt/slideMasters/slideMaster1.xml" Id="R3f2a55dbb43247d7" /><Relationship Type="http://schemas.openxmlformats.org/officeDocument/2006/relationships/notesMaster" Target="/ppt/notesMasters/notesMaster1.xml" Id="R1d7c7052b7a14a1a" /><Relationship Type="http://schemas.openxmlformats.org/officeDocument/2006/relationships/presProps" Target="/ppt/presProps.xml" Id="Re41857445c4f4736" /><Relationship Type="http://schemas.openxmlformats.org/officeDocument/2006/relationships/viewProps" Target="/ppt/viewProps.xml" Id="R79ca076c352d4e2b" /><Relationship Type="http://schemas.openxmlformats.org/officeDocument/2006/relationships/tableStyles" Target="/ppt/tableStyles.xml" Id="R201596f7356d4e92" /><Relationship Type="http://schemas.openxmlformats.org/officeDocument/2006/relationships/slide" Target="/ppt/slides/slide1.xml" Id="R8bc223d26ba44db2" /><Relationship Type="http://schemas.openxmlformats.org/officeDocument/2006/relationships/slide" Target="/ppt/slides/slide2.xml" Id="R24cc0024eef54ef0" /><Relationship Type="http://schemas.openxmlformats.org/officeDocument/2006/relationships/slide" Target="/ppt/slides/slide3.xml" Id="R959d3e708a9c4cb3" /><Relationship Type="http://schemas.openxmlformats.org/officeDocument/2006/relationships/slide" Target="/ppt/slides/slide4.xml" Id="R68baf182188b4eb3" /><Relationship Type="http://schemas.openxmlformats.org/officeDocument/2006/relationships/slide" Target="/ppt/slides/slide5.xml" Id="Rc49ddf95f683481e" /><Relationship Type="http://schemas.openxmlformats.org/officeDocument/2006/relationships/slide" Target="/ppt/slides/slide6.xml" Id="R79a0c2ab8ac5454f" /><Relationship Type="http://schemas.openxmlformats.org/officeDocument/2006/relationships/slide" Target="/ppt/slides/slide7.xml" Id="R367d1ac8f16a4158" /><Relationship Type="http://schemas.openxmlformats.org/officeDocument/2006/relationships/slide" Target="/ppt/slides/slide8.xml" Id="Rda5a0e95b1324f1e" /><Relationship Type="http://schemas.openxmlformats.org/officeDocument/2006/relationships/slide" Target="/ppt/slides/slide9.xml" Id="Rb9ad195248c24499" /><Relationship Type="http://schemas.openxmlformats.org/officeDocument/2006/relationships/slide" Target="/ppt/slides/slide10.xml" Id="Rf6975e3478f641ce" /><Relationship Type="http://schemas.openxmlformats.org/officeDocument/2006/relationships/slide" Target="/ppt/slides/slide11.xml" Id="Rada09823c06d4e4e" /><Relationship Type="http://schemas.openxmlformats.org/officeDocument/2006/relationships/slide" Target="/ppt/slides/slide12.xml" Id="R7d3fbbc91be141b5" /><Relationship Type="http://schemas.openxmlformats.org/officeDocument/2006/relationships/slide" Target="/ppt/slides/slide13.xml" Id="Rdc0ad6115bd349f0" /><Relationship Type="http://schemas.openxmlformats.org/officeDocument/2006/relationships/slide" Target="/ppt/slides/slide14.xml" Id="R0f9510efd6384807" /><Relationship Type="http://schemas.openxmlformats.org/officeDocument/2006/relationships/slide" Target="/ppt/slides/slide15.xml" Id="R7114e5be34b646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0db897fa8c43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f9390183094117" /><Relationship Type="http://schemas.openxmlformats.org/officeDocument/2006/relationships/notesMaster" Target="/ppt/notesMasters/notesMaster1.xml" Id="R096f0a2d019842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3c8c86c1c340df" /><Relationship Type="http://schemas.openxmlformats.org/officeDocument/2006/relationships/notesMaster" Target="/ppt/notesMasters/notesMaster1.xml" Id="Rf7289376ab8c43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6e3ccfc530467e" /><Relationship Type="http://schemas.openxmlformats.org/officeDocument/2006/relationships/notesMaster" Target="/ppt/notesMasters/notesMaster1.xml" Id="R556bf32672894f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bb8cdbfeab48cd" /><Relationship Type="http://schemas.openxmlformats.org/officeDocument/2006/relationships/notesMaster" Target="/ppt/notesMasters/notesMaster1.xml" Id="Rb067f306edb543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514ee38b9f44b3" /><Relationship Type="http://schemas.openxmlformats.org/officeDocument/2006/relationships/notesMaster" Target="/ppt/notesMasters/notesMaster1.xml" Id="R5059955b8ede4f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e5a447fd2748cf" /><Relationship Type="http://schemas.openxmlformats.org/officeDocument/2006/relationships/notesMaster" Target="/ppt/notesMasters/notesMaster1.xml" Id="Rc168fcf5702343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efc6a8d3aa4945" /><Relationship Type="http://schemas.openxmlformats.org/officeDocument/2006/relationships/notesMaster" Target="/ppt/notesMasters/notesMaster1.xml" Id="Raf08ba37c26243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32e3c95a77473b" /><Relationship Type="http://schemas.openxmlformats.org/officeDocument/2006/relationships/notesMaster" Target="/ppt/notesMasters/notesMaster1.xml" Id="R5c5005fad37747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6da8fc1b134d3d" /><Relationship Type="http://schemas.openxmlformats.org/officeDocument/2006/relationships/notesMaster" Target="/ppt/notesMasters/notesMaster1.xml" Id="R56168b3310cb42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1634c9c4684b2c" /><Relationship Type="http://schemas.openxmlformats.org/officeDocument/2006/relationships/notesMaster" Target="/ppt/notesMasters/notesMaster1.xml" Id="Rc90c60dfcde24c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7189af713f479d" /><Relationship Type="http://schemas.openxmlformats.org/officeDocument/2006/relationships/notesMaster" Target="/ppt/notesMasters/notesMaster1.xml" Id="Rd4ffb1b818ca41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1cef7cdef84190" /><Relationship Type="http://schemas.openxmlformats.org/officeDocument/2006/relationships/notesMaster" Target="/ppt/notesMasters/notesMaster1.xml" Id="R8c2898b73d8545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15108111c2434a" /><Relationship Type="http://schemas.openxmlformats.org/officeDocument/2006/relationships/notesMaster" Target="/ppt/notesMasters/notesMaster1.xml" Id="R786eb1be4fe149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63237710c24e4c" /><Relationship Type="http://schemas.openxmlformats.org/officeDocument/2006/relationships/notesMaster" Target="/ppt/notesMasters/notesMaster1.xml" Id="R1b750be1c23a47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6a84be352e4601" /><Relationship Type="http://schemas.openxmlformats.org/officeDocument/2006/relationships/notesMaster" Target="/ppt/notesMasters/notesMaster1.xml" Id="R2d45d5123d7a47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927328f0b4d6f" /><Relationship Type="http://schemas.openxmlformats.org/officeDocument/2006/relationships/image" Target="/ppt/media/image.png" Id="R2320003c128b45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51309f6e848bb" /><Relationship Type="http://schemas.openxmlformats.org/officeDocument/2006/relationships/image" Target="/ppt/media/image2.png" Id="Rff52ca22135c4c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c4feaa4354221" /><Relationship Type="http://schemas.openxmlformats.org/officeDocument/2006/relationships/image" Target="/ppt/media/image3.png" Id="Re614cffa8e6247f0" /><Relationship Type="http://schemas.openxmlformats.org/officeDocument/2006/relationships/image" Target="/ppt/media/image4.png" Id="R35d4ef25e8374d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5b630353543c8" /><Relationship Type="http://schemas.openxmlformats.org/officeDocument/2006/relationships/image" Target="/ppt/media/image5.png" Id="R4d70c2ca2a8144e7" /><Relationship Type="http://schemas.openxmlformats.org/officeDocument/2006/relationships/image" Target="/ppt/media/image4.png" Id="Rc42fe94d04634017" /><Relationship Type="http://schemas.openxmlformats.org/officeDocument/2006/relationships/image" Target="/ppt/media/image6.png" Id="R382579d6ed284c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c6b0d7b7740fa" /><Relationship Type="http://schemas.openxmlformats.org/officeDocument/2006/relationships/image" Target="/ppt/media/image5.png" Id="Rfb6d5ad460074f91" /><Relationship Type="http://schemas.openxmlformats.org/officeDocument/2006/relationships/image" Target="/ppt/media/image4.png" Id="Ra7074c7606fa4207" /><Relationship Type="http://schemas.openxmlformats.org/officeDocument/2006/relationships/image" Target="/ppt/media/image6.png" Id="R72b440aae8644a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e03ffa04a04745" /><Relationship Type="http://schemas.openxmlformats.org/officeDocument/2006/relationships/image" Target="/ppt/media/image5.png" Id="R4523089766654bf2" /><Relationship Type="http://schemas.openxmlformats.org/officeDocument/2006/relationships/image" Target="/ppt/media/image4.png" Id="R302ee6b89a86403b" /><Relationship Type="http://schemas.openxmlformats.org/officeDocument/2006/relationships/image" Target="/ppt/media/image6.png" Id="R7a36e36d256e49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87c7678ba4fa6" /><Relationship Type="http://schemas.openxmlformats.org/officeDocument/2006/relationships/image" Target="/ppt/media/image5.png" Id="R3cd771e4c16a48c1" /><Relationship Type="http://schemas.openxmlformats.org/officeDocument/2006/relationships/image" Target="/ppt/media/image4.png" Id="Rb11334d46dd348ae" /><Relationship Type="http://schemas.openxmlformats.org/officeDocument/2006/relationships/image" Target="/ppt/media/image6.png" Id="R19908309ca884fa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226149b464e8c" /><Relationship Type="http://schemas.openxmlformats.org/officeDocument/2006/relationships/image" Target="/ppt/media/image5.png" Id="R130cbec4d29047fd" /><Relationship Type="http://schemas.openxmlformats.org/officeDocument/2006/relationships/image" Target="/ppt/media/image4.png" Id="Ra51731fd53b24976" /><Relationship Type="http://schemas.openxmlformats.org/officeDocument/2006/relationships/image" Target="/ppt/media/image6.png" Id="R20b2a69e256649e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695e718824624" /><Relationship Type="http://schemas.openxmlformats.org/officeDocument/2006/relationships/image" Target="/ppt/media/image7.png" Id="R28d68f3cfb56471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0a783342c4c0d" /><Relationship Type="http://schemas.openxmlformats.org/officeDocument/2006/relationships/image" Target="/ppt/media/image8.png" Id="R413b00f8c5d54b0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ed995f25349ad" /><Relationship Type="http://schemas.openxmlformats.org/officeDocument/2006/relationships/image" Target="/ppt/media/image9.png" Id="Rc0fc2ea769cc4e7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664905e7944cc" /><Relationship Type="http://schemas.openxmlformats.org/officeDocument/2006/relationships/image" Target="/ppt/media/image10.png" Id="Rc98992676d5e47d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175ffcb834de4" /><Relationship Type="http://schemas.openxmlformats.org/officeDocument/2006/relationships/image" Target="/ppt/media/image11.png" Id="Rc80fa95d35b84c9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c3c3b856f492c" /><Relationship Type="http://schemas.openxmlformats.org/officeDocument/2006/relationships/image" Target="/ppt/media/image12.png" Id="R79fa919f9ca74eb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15c77ec8148f7" /><Relationship Type="http://schemas.openxmlformats.org/officeDocument/2006/relationships/image" Target="/ppt/media/image13.png" Id="Rebbd564ec5f544b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c07e6191f44f2" /><Relationship Type="http://schemas.openxmlformats.org/officeDocument/2006/relationships/image" Target="/ppt/media/image2.png" Id="Rab062a7ba861499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a6a2818a64c6e" /><Relationship Type="http://schemas.openxmlformats.org/officeDocument/2006/relationships/image" Target="/ppt/media/image14.png" Id="R056ae66dbfe74d3b" /><Relationship Type="http://schemas.openxmlformats.org/officeDocument/2006/relationships/image" Target="/ppt/media/image15.png" Id="Reca80fba96884028" /></Relationships>
</file>

<file path=ppt/slideLayouts/slideLayout1.xml><?xml version="1.0" encoding="utf-8"?>
<p:sldLayout xmlns:p="http://schemas.openxmlformats.org/presentationml/2006/main" preserve="1" userDrawn="1">
  <p:cSld name="17_Disposition personnalisée">
    <p:bg>
      <p:bgPr>
        <a:blipFill xmlns:a="http://schemas.openxmlformats.org/drawingml/2006/main" rotWithShape="1">
          <a:blip xmlns:r="http://schemas.openxmlformats.org/officeDocument/2006/relationships" r:embed="R2320003c128b45c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5E7576F2-96D7-4879-C595-31AEF196E4F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39962" y="4862587"/>
            <a:ext cx="61722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Nom du formateur</a:t>
            </a:r>
          </a:p>
        </p:txBody>
      </p:sp>
      <p:sp>
        <p:nvSpPr>
          <p:cNvPr id="3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C84FB502-4701-30C4-540E-C8A8154B5FB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39962" y="7507138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Intitulé de la formation</a:t>
            </a:r>
          </a:p>
        </p:txBody>
      </p:sp>
      <p:sp>
        <p:nvSpPr>
          <p:cNvPr id="9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1B8F86BD-B5C7-B927-A9D3-2B75CFF0D7F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39962" y="6891585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32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Thématique de la formation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9_Disposition personnalisée">
    <p:bg>
      <p:bgPr>
        <a:blipFill xmlns:a="http://schemas.openxmlformats.org/drawingml/2006/main" rotWithShape="1">
          <a:blip xmlns:r="http://schemas.openxmlformats.org/officeDocument/2006/relationships" r:embed="Rff52ca22135c4c4e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2E351256-75CD-2ED8-4BB9-764EC4F953F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179842" y="1622227"/>
            <a:ext cx="9067800" cy="2078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Sommaire</a:t>
            </a:r>
          </a:p>
        </p:txBody>
      </p:sp>
      <p:sp>
        <p:nvSpPr>
          <p:cNvPr id="3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E4210765-D18A-93AA-5401-6FE46CD1B5A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495111" y="75290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4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C21EE629-EB1A-113D-97A8-9978DF1EE8D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495111" y="51827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5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DF353674-E326-FAC4-8E39-A794B8C892D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495111" y="5946876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6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6FB8EC16-DCC1-A56A-2FCA-A8161FB9A73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9475986" y="67379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7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A1C31546-D63A-76DA-451E-F5E3BC95B3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9475986" y="44186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7C8B2001-5977-1C01-BE50-4A3FAA65C3B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495111" y="832006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re et contenu">
    <p:bg>
      <p:bgPr>
        <a:blipFill xmlns:a="http://schemas.openxmlformats.org/drawingml/2006/main" rotWithShape="1">
          <a:blip xmlns:r="http://schemas.openxmlformats.org/officeDocument/2006/relationships" r:embed="Re614cffa8e6247f0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neTexte 6">
            <a:extLst xmlns:a="http://schemas.openxmlformats.org/drawingml/2006/main">
              <a:ext uri="{FF2B5EF4-FFF2-40B4-BE49-F238E27FC236}">
                <a16:creationId xmlns:a16="http://schemas.microsoft.com/office/drawing/2014/main" id="{5347DE8B-CF68-40E8-B8D8-090B18DC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01</a:t>
            </a:r>
          </a:p>
        </p:txBody>
      </p:sp>
      <p:pic>
        <p:nvPicPr>
          <p:cNvPr id="2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4ef25e8374d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66603E52-899B-4BE9-93E0-B72BDAEC294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2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B2C1FB38-60A8-4700-B272-5C798855A97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Title and Content">
    <p:bg>
      <p:bgPr>
        <a:blipFill xmlns:a="http://schemas.openxmlformats.org/drawingml/2006/main" rotWithShape="1">
          <a:blip xmlns:r="http://schemas.openxmlformats.org/officeDocument/2006/relationships" r:embed="R4d70c2ca2a8144e7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fe94d046340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579d6ed284c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02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Title and Content">
    <p:bg>
      <p:bgPr>
        <a:blipFill xmlns:a="http://schemas.openxmlformats.org/drawingml/2006/main" rotWithShape="1">
          <a:blip xmlns:r="http://schemas.openxmlformats.org/officeDocument/2006/relationships" r:embed="Rfb6d5ad460074f91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74c7606fa42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440aae8644a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03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Title and Content">
    <p:bg>
      <p:bgPr>
        <a:blipFill xmlns:a="http://schemas.openxmlformats.org/drawingml/2006/main" rotWithShape="1">
          <a:blip xmlns:r="http://schemas.openxmlformats.org/officeDocument/2006/relationships" r:embed="R4523089766654bf2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ee6b89a8640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6e36d256e49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04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Title and Content">
    <p:bg>
      <p:bgPr>
        <a:blipFill xmlns:a="http://schemas.openxmlformats.org/drawingml/2006/main" rotWithShape="1">
          <a:blip xmlns:r="http://schemas.openxmlformats.org/officeDocument/2006/relationships" r:embed="R3cd771e4c16a48c1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334d46dd348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08309ca884f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05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Title and Content">
    <p:bg>
      <p:bgPr>
        <a:blipFill xmlns:a="http://schemas.openxmlformats.org/drawingml/2006/main" rotWithShape="1">
          <a:blip xmlns:r="http://schemas.openxmlformats.org/officeDocument/2006/relationships" r:embed="R130cbec4d29047fd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731fd53b249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2a69e256649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06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Title Slide">
    <p:bg>
      <p:bgPr>
        <a:blipFill xmlns:a="http://schemas.openxmlformats.org/drawingml/2006/main" rotWithShape="1">
          <a:blip xmlns:r="http://schemas.openxmlformats.org/officeDocument/2006/relationships" r:embed="R28d68f3cfb56471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2_Disposition personnalisée">
    <p:bg>
      <p:bgPr>
        <a:blipFill xmlns:a="http://schemas.openxmlformats.org/drawingml/2006/main" rotWithShape="1">
          <a:blip xmlns:r="http://schemas.openxmlformats.org/officeDocument/2006/relationships" r:embed="R413b00f8c5d54b0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Disposition personnalisée">
    <p:bg>
      <p:bgPr>
        <a:blipFill xmlns:a="http://schemas.openxmlformats.org/drawingml/2006/main" rotWithShape="1">
          <a:blip xmlns:r="http://schemas.openxmlformats.org/officeDocument/2006/relationships" r:embed="Rc0fc2ea769cc4e7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6_Disposition personnalisée">
    <p:bg>
      <p:bgPr>
        <a:blipFill xmlns:a="http://schemas.openxmlformats.org/drawingml/2006/main" rotWithShape="1">
          <a:blip xmlns:r="http://schemas.openxmlformats.org/officeDocument/2006/relationships" r:embed="Rc98992676d5e47d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10_Disposition personnalisée">
    <p:bg>
      <p:bgPr>
        <a:blipFill xmlns:a="http://schemas.openxmlformats.org/drawingml/2006/main" rotWithShape="1">
          <a:blip xmlns:r="http://schemas.openxmlformats.org/officeDocument/2006/relationships" r:embed="Rc80fa95d35b84c9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showMasterSp="0" type="obj" preserve="1">
  <p:cSld name="1_Blank">
    <p:bg>
      <p:bgPr>
        <a:blipFill xmlns:a="http://schemas.openxmlformats.org/drawingml/2006/main" rotWithShape="1">
          <a:blip xmlns:r="http://schemas.openxmlformats.org/officeDocument/2006/relationships" r:embed="R79fa919f9ca74eb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18_Disposition personnalisée">
    <p:bg>
      <p:bgPr>
        <a:blipFill xmlns:a="http://schemas.openxmlformats.org/drawingml/2006/main" rotWithShape="1">
          <a:blip xmlns:r="http://schemas.openxmlformats.org/officeDocument/2006/relationships" r:embed="Rebbd564ec5f544b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20_Disposition personnalisée">
    <p:bg>
      <p:bgPr>
        <a:blipFill xmlns:a="http://schemas.openxmlformats.org/drawingml/2006/main" rotWithShape="1">
          <a:blip xmlns:r="http://schemas.openxmlformats.org/officeDocument/2006/relationships" r:embed="Rab062a7ba861499c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Disposition personnalisée">
    <p:bg>
      <p:bgPr>
        <a:blipFill xmlns:a="http://schemas.openxmlformats.org/drawingml/2006/main" rotWithShape="1">
          <a:blip xmlns:r="http://schemas.openxmlformats.org/officeDocument/2006/relationships" r:embed="R056ae66dbfe74d3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80fba968840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002" y="542107"/>
            <a:ext cx="18902097" cy="5040560"/>
          </a:xfrm>
          <a:prstGeom xmlns:a="http://schemas.openxmlformats.org/drawingml/2006/main" prst="roundRect">
            <a:avLst>
              <a:gd name="adj" fmla="val 9607"/>
            </a:avLst>
          </a:prstGeom>
        </p:spPr>
      </p:pic>
      <p:sp>
        <p:nvSpPr>
          <p:cNvPr id="6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86C7ADBF-7FE4-9BE8-94E3-4FAC04EE5D9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5025" y="6230739"/>
            <a:ext cx="14587149" cy="108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60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Merci de votre attention !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c88200c7274b82" /><Relationship Type="http://schemas.openxmlformats.org/officeDocument/2006/relationships/slideLayout" Target="/ppt/slideLayouts/slideLayout1.xml" Id="R10d3c2fc9f8c45e0" /><Relationship Type="http://schemas.openxmlformats.org/officeDocument/2006/relationships/slideLayout" Target="/ppt/slideLayouts/slideLayout2.xml" Id="R9b1ee2c4688941b5" /><Relationship Type="http://schemas.openxmlformats.org/officeDocument/2006/relationships/slideLayout" Target="/ppt/slideLayouts/slideLayout3.xml" Id="R68413cecb5f64af7" /><Relationship Type="http://schemas.openxmlformats.org/officeDocument/2006/relationships/slideLayout" Target="/ppt/slideLayouts/slideLayout4.xml" Id="R04653716807744f8" /><Relationship Type="http://schemas.openxmlformats.org/officeDocument/2006/relationships/slideLayout" Target="/ppt/slideLayouts/slideLayout5.xml" Id="R0973416e593a4ff2" /><Relationship Type="http://schemas.openxmlformats.org/officeDocument/2006/relationships/slideLayout" Target="/ppt/slideLayouts/slideLayout6.xml" Id="R559e8a18cfcf4d09" /><Relationship Type="http://schemas.openxmlformats.org/officeDocument/2006/relationships/slideLayout" Target="/ppt/slideLayouts/slideLayout7.xml" Id="Re4449e812a904ba9" /><Relationship Type="http://schemas.openxmlformats.org/officeDocument/2006/relationships/slideLayout" Target="/ppt/slideLayouts/slideLayout8.xml" Id="R82d7596f17ea47cc" /><Relationship Type="http://schemas.openxmlformats.org/officeDocument/2006/relationships/slideLayout" Target="/ppt/slideLayouts/slideLayout9.xml" Id="Rfb753a919c9247a1" /><Relationship Type="http://schemas.openxmlformats.org/officeDocument/2006/relationships/slideLayout" Target="/ppt/slideLayouts/slideLayout10.xml" Id="R133b87e7b1ff42a5" /><Relationship Type="http://schemas.openxmlformats.org/officeDocument/2006/relationships/slideLayout" Target="/ppt/slideLayouts/slideLayout11.xml" Id="R3bcc7dd37d184d22" /><Relationship Type="http://schemas.openxmlformats.org/officeDocument/2006/relationships/slideLayout" Target="/ppt/slideLayouts/slideLayout12.xml" Id="R699d44c9bcb944b8" /><Relationship Type="http://schemas.openxmlformats.org/officeDocument/2006/relationships/slideLayout" Target="/ppt/slideLayouts/slideLayout13.xml" Id="Ra862a14a726d4e10" /><Relationship Type="http://schemas.openxmlformats.org/officeDocument/2006/relationships/slideLayout" Target="/ppt/slideLayouts/slideLayout14.xml" Id="Rcbbb153975db4cd3" /><Relationship Type="http://schemas.openxmlformats.org/officeDocument/2006/relationships/slideLayout" Target="/ppt/slideLayouts/slideLayout15.xml" Id="R99cfb517aee64005" /><Relationship Type="http://schemas.openxmlformats.org/officeDocument/2006/relationships/slideLayout" Target="/ppt/slideLayouts/slideLayout16.xml" Id="R9ea15fd101f9416f" /><Relationship Type="http://schemas.openxmlformats.org/officeDocument/2006/relationships/slideLayout" Target="/ppt/slideLayouts/slideLayout17.xml" Id="R712997e89511407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d3c2fc9f8c45e0"/>
    <p:sldLayoutId xmlns:r="http://schemas.openxmlformats.org/officeDocument/2006/relationships" id="2147483650" r:id="R9b1ee2c4688941b5"/>
    <p:sldLayoutId xmlns:r="http://schemas.openxmlformats.org/officeDocument/2006/relationships" id="2147483651" r:id="R68413cecb5f64af7"/>
    <p:sldLayoutId xmlns:r="http://schemas.openxmlformats.org/officeDocument/2006/relationships" id="2147483652" r:id="R04653716807744f8"/>
    <p:sldLayoutId xmlns:r="http://schemas.openxmlformats.org/officeDocument/2006/relationships" id="2147483653" r:id="R0973416e593a4ff2"/>
    <p:sldLayoutId xmlns:r="http://schemas.openxmlformats.org/officeDocument/2006/relationships" id="2147483654" r:id="R559e8a18cfcf4d09"/>
    <p:sldLayoutId xmlns:r="http://schemas.openxmlformats.org/officeDocument/2006/relationships" id="2147483655" r:id="Re4449e812a904ba9"/>
    <p:sldLayoutId xmlns:r="http://schemas.openxmlformats.org/officeDocument/2006/relationships" id="2147483656" r:id="R82d7596f17ea47cc"/>
    <p:sldLayoutId xmlns:r="http://schemas.openxmlformats.org/officeDocument/2006/relationships" id="2147483657" r:id="Rfb753a919c9247a1"/>
    <p:sldLayoutId xmlns:r="http://schemas.openxmlformats.org/officeDocument/2006/relationships" id="2147483658" r:id="R133b87e7b1ff42a5"/>
    <p:sldLayoutId xmlns:r="http://schemas.openxmlformats.org/officeDocument/2006/relationships" id="2147483659" r:id="R3bcc7dd37d184d22"/>
    <p:sldLayoutId xmlns:r="http://schemas.openxmlformats.org/officeDocument/2006/relationships" id="2147483660" r:id="R699d44c9bcb944b8"/>
    <p:sldLayoutId xmlns:r="http://schemas.openxmlformats.org/officeDocument/2006/relationships" id="2147483661" r:id="Ra862a14a726d4e10"/>
    <p:sldLayoutId xmlns:r="http://schemas.openxmlformats.org/officeDocument/2006/relationships" id="2147483662" r:id="Rcbbb153975db4cd3"/>
    <p:sldLayoutId xmlns:r="http://schemas.openxmlformats.org/officeDocument/2006/relationships" id="2147483663" r:id="R99cfb517aee64005"/>
    <p:sldLayoutId xmlns:r="http://schemas.openxmlformats.org/officeDocument/2006/relationships" id="2147483664" r:id="R9ea15fd101f9416f"/>
    <p:sldLayoutId xmlns:r="http://schemas.openxmlformats.org/officeDocument/2006/relationships" id="2147483665" r:id="R712997e895114075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f7d8865b3f146e8" /><Relationship Type="http://schemas.openxmlformats.org/officeDocument/2006/relationships/image" Target="/ppt/media/image15.png" Id="R58dc9b5917124538" /><Relationship Type="http://schemas.openxmlformats.org/officeDocument/2006/relationships/notesSlide" Target="/ppt/notesSlides/notesSlide1.xml" Id="Raf381bd0982a4b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bfa21a0f4a0474c" /><Relationship Type="http://schemas.openxmlformats.org/officeDocument/2006/relationships/notesSlide" Target="/ppt/notesSlides/notesSlide2.xml" Id="R4f9561f32fa246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3d1106c3f464e98" /><Relationship Type="http://schemas.openxmlformats.org/officeDocument/2006/relationships/notesSlide" Target="/ppt/notesSlides/notesSlide3.xml" Id="R740b85635f4a47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265b036f45c4e5c" /><Relationship Type="http://schemas.openxmlformats.org/officeDocument/2006/relationships/notesSlide" Target="/ppt/notesSlides/notesSlide4.xml" Id="R4a1725dd71fc41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4660766071d43d0" /><Relationship Type="http://schemas.openxmlformats.org/officeDocument/2006/relationships/notesSlide" Target="/ppt/notesSlides/notesSlide5.xml" Id="R4011e9041b2a41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0484e0cb6cb4eaa" /><Relationship Type="http://schemas.openxmlformats.org/officeDocument/2006/relationships/notesSlide" Target="/ppt/notesSlides/notesSlide6.xml" Id="Rc0c937f97a0743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d15ab726d084de6" /><Relationship Type="http://schemas.openxmlformats.org/officeDocument/2006/relationships/notesSlide" Target="/ppt/notesSlides/notesSlide7.xml" Id="Re30aa58d90e042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9582503927c4575" /><Relationship Type="http://schemas.openxmlformats.org/officeDocument/2006/relationships/notesSlide" Target="/ppt/notesSlides/notesSlide8.xml" Id="Rc4059b2766b444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b3f0688e7874035" /><Relationship Type="http://schemas.openxmlformats.org/officeDocument/2006/relationships/notesSlide" Target="/ppt/notesSlides/notesSlide9.xml" Id="R09d0b430949c4d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29e9142f49447ef" /><Relationship Type="http://schemas.openxmlformats.org/officeDocument/2006/relationships/notesSlide" Target="/ppt/notesSlides/notesSlide10.xml" Id="Rebcfc084fed847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d5e9e4e6e694278" /><Relationship Type="http://schemas.openxmlformats.org/officeDocument/2006/relationships/notesSlide" Target="/ppt/notesSlides/notesSlide11.xml" Id="R4e51a9a0108b44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8772f5191c94970" /><Relationship Type="http://schemas.openxmlformats.org/officeDocument/2006/relationships/notesSlide" Target="/ppt/notesSlides/notesSlide12.xml" Id="R24c907760d2c43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7d7425a02b34ecd" /><Relationship Type="http://schemas.openxmlformats.org/officeDocument/2006/relationships/notesSlide" Target="/ppt/notesSlides/notesSlide13.xml" Id="R26dc6ebe61b14a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74799c6c9044a83" /><Relationship Type="http://schemas.openxmlformats.org/officeDocument/2006/relationships/notesSlide" Target="/ppt/notesSlides/notesSlide14.xml" Id="R445d856794b245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d4d24fe71c84a4a" /><Relationship Type="http://schemas.openxmlformats.org/officeDocument/2006/relationships/notesSlide" Target="/ppt/notesSlides/notesSlide15.xml" Id="R5afb768682f841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7C3765-F2FC-41D8-B7DA-5D1C9B74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c9b59171245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868680"/>
            <a:ext cx="3931920" cy="1048512"/>
          </a:xfrm>
          <a:prstGeom xmlns:a="http://schemas.openxmlformats.org/drawingml/2006/main" prst="rect">
            <a:avLst/>
          </a:prstGeom>
        </p:spPr>
      </p:pic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5A0C59F9-8323-43D3-9E26-1C910B14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BA801F1-6B44-4837-AC6A-804626CF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41648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34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D725FA9-BE77-46CF-BE51-D5C745D1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657600"/>
            <a:ext cx="169494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5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Dashboards &amp; runbooks (Grafana)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A800CD7-BF58-4E38-B3F8-ED85DE48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943600"/>
            <a:ext cx="169494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US3.6 · C6/C8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E32099B-71BC-4BCB-8EFA-E742FDF0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029190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EAEAEA"/>
                </a:solidFill>
                <a:latin typeface="Arial"/>
                <a:ea typeface="Arial"/>
                <a:cs typeface="Arial"/>
              </a:rPr>
              <a:t>Sprint 3 — Industrialisation &amp; déploiement  ·  Certification CISIA  ·  Formation à distance</a:t>
            </a:r>
          </a:p>
        </p:txBody>
      </p:sp>
    </p:spTree>
    <p:extLst>
      <p:ext uri="{BB962C8B-B14F-4D97-AF65-F5344CB8AC3E}">
        <p14:creationId xmlns:p14="http://schemas.microsoft.com/office/powerpoint/2010/main" val="1591986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6DDF1D4-6F0F-4616-84CC-E8D8C4E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2DA1468-123B-4E3A-A014-0489F207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04B343F-ED74-4AC7-B7EF-7D5502F7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Objectifs &amp; déroulé de la séance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0411E2-3975-4383-8B63-AC471A9D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936050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À l'issue, vous serez capable de :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086640B0-4B80-48E2-B351-58C78925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9748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314C3C-CDED-403B-8875-927522FE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700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E0CD4BD-4D28-4B57-AE7A-BAABA704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69748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Construire un dashboard (API + modèle + drift)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67809A8-42E2-4E53-A590-38A121D4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4728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7BC4B58-7909-4FF0-B0A0-3C37B5C5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1985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4A4F069-C3AC-4126-AF06-89C4CD88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4728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Définir 2 alert rules reliées aux SLO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C2B9F42-7E56-4074-85DF-FB6B84DA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8736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60D4366-00A8-4EB0-9429-A2D26356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5993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6BEB2BB-E014-4FE0-BCCB-EE4A4DE6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08736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Rédiger et JOUER un runbook d'incident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7B05D9DC-7B06-4395-84F4-6426306F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2744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EE5EBC5-CFA2-4261-BF47-EBBA5B04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0001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8F11D41-8673-4BCF-AD02-96FBAD64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72744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Sécuriser l'exploitation (accès, logs)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F955009-7452-46AA-958F-4D6B0ED3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108" y="1965960"/>
            <a:ext cx="7920431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4ACB8FF-BD74-4994-94C7-CD4CFD08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2240280"/>
            <a:ext cx="709747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Déroulé de la séance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4C0B5A6B-7FF9-4280-BFB1-245D9D8A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9260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5842BE9-C41A-4247-9497-51ECE33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8986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1212EFF-53E2-4DEC-A79B-7DD0A253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2926080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Théorie   les concepts clés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F8D2B643-6B7C-46FF-A975-BBCA4FC9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75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97B47CF-C89E-47A2-9C0F-9D4E869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F5D9118-8277-4C63-87E3-8449DCCC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3675888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Travaux dirigés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TP guidé, correction au fil de l'eau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B6CDD1A0-F934-427C-954F-756D612F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4256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7EEE0DD-6D07-47C5-BF8A-71E4D8DA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39826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509E14D-8BD1-497E-AFBD-EB31D2DC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4425696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Autonomie tutorée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vous avancez, formateur dispo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51518270-6ED6-42CD-8C40-D669C88D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755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EE4B153-F613-4533-9F42-4DFF8CC8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480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7693264-DC0D-44BE-ADDE-958DAA09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5175504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Bilan   synthèse + preuves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0C1A76F4-3CED-49EA-A6D7-89330AE0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5989320"/>
            <a:ext cx="7097471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1DAB214-03F4-4E3C-A813-01CAF728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188" y="6035040"/>
            <a:ext cx="6731711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PREUVE FINALE   dashboard JSON + export règles · incidents API-down/401 firing · runbook joué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6E054B2-ED0A-42DC-81E4-52987E18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6392F49D-EFE8-4C48-99AD-EB2377A4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7240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FC9FD74-2949-454A-AE1A-F01B840B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36609A3-FE87-4336-BEA7-D2A8C9E4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A847CEA-0802-4E60-8E8C-BF93358F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Théorie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A1E954E-BAD6-4AD3-AC7F-858797CA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34 — les concepts clés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FCA6588-F8A0-4BE1-BE6F-48B316B0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8637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BD8F4A-A376-423E-A9FD-E416D9CB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385F9E6-804D-4BF6-8DCD-B21D053D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D74CAA-FE11-4A81-A756-DBD7FBF8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Scénario atelier &amp; enjeux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A8CCC57-70F5-4CF7-8C9E-74B27084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3 h du matin, une alerte sonne. La personne d'astreinte n'est pas l'experte du modèle : il lui faut un dashboard clair et un runbook qui dit quoi faire, étape par étape.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861C78-43C2-4257-B316-E65BFF9F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87B7A71-9298-4E46-A550-6C811765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19DF085-B5A6-44F6-BA35-C0C6192E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Angle éthique / risque (C2)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runbook acte QUI décide QUOI : la responsabilité humaine reste dans la boucle, l'humain garde la main.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CB3ACB5-F861-4EF1-98E2-0CF542D3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081E19E-7306-42AE-BDB3-CC910C3A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55984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335D9F-5C67-4462-BA48-50F7E068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9638263-78F4-402A-84B5-176A0427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1645632-9EFE-4A19-9FB6-4C037785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Contexte &amp; outils — pourquoi ce module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BC3A2DB-65D1-47F6-AE6C-1589EC1E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Contexte : des métriques sans lecture ni réaction ne servent à rien. Pourquoi : on VISUALISE et on sait RÉPARER.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617EEA53-C74A-47DB-9FD5-1E3ED4CD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5EF78B9-E849-48DA-99E6-F14DDF8B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Grafana : tableaux de bord à partir des métriques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C77A806-34C6-4BB4-B09B-C9492BFC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593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ED88A59-2CD0-48DF-BC0F-DB09454C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8386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PromQL : le langage de requête des données Prometheus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4CFF5155-BBDD-4BBA-AD6D-EF8B8D47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10565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6029B7-8C83-47EC-BC98-22B37C76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9592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Alert rules + for: : alerte seulement si le problème DURE (anti-flap)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2A96E18-CD95-4AC9-B93C-18C83F49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6177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A3AEF20-5199-4C7E-AAB1-47C31F0A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507992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Runbook : la procédure Symptôme -&gt; Action -&gt; Escalade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886D3FE-0B00-49EF-97A1-A67BDE6C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93208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1F603BA-C486-4A63-992A-D847D77B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93208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7A877B4-9291-496A-AF34-E9BAA252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5184648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2E7E92"/>
                </a:solidFill>
                <a:latin typeface="Manrope"/>
                <a:ea typeface="Manrope"/>
                <a:cs typeface="Manrope"/>
              </a:rPr>
              <a:t>Objectif du module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service observé ET réparable : mission du Sprint 3 accomplie.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4D9B952-9750-4E52-B3F6-A7A5143B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2BB11C9-ACC6-4E96-8B83-09415C98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663748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08B58F8-4513-407B-8B8B-DB098A89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3122E72-061F-4FA3-AB4D-AFD285E3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FF29CC1-ED6F-4982-9B3A-1DFDD18C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Du SLO au dashboard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11A8185-65A8-44A0-B2AD-2E568CA3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Chaque objectif (SLO) devient un panneau avec sa ligne de seuil : on voit quand on sort des clous.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3A7248B-6F78-474B-8C9F-7F8C6EB8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7E6A8F4-DE51-49F3-AAB3-80C6B877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SLO p95&lt;300ms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2AC6C4F-42DC-4787-9AD7-A41A67D9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60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6B140AB-978B-4C97-B080-DD51EE19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961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1538423-5623-4031-8525-B1290FBC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401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panel + seuil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44A995-BBE9-44FB-A6C0-7FDFB35A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162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C9C5CDD-14FA-465E-871A-76CE3AD7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362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A8292DA-2B23-4575-ACD1-80F9DEBE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802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alerte for:5m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B30912-C2EF-49DB-B641-5C9C6D96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0563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8E0EDEB-5EA2-46C9-A258-279EC0AD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7762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C10524-9A60-4455-98E0-236E89C0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203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runbook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62788E3-E8CE-4403-A717-ACC74509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552C7BE-957A-4B35-B7E5-3DB5D8B0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1B2412F-3B99-49C4-8847-0D8AE7BF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60CB1B3-DF5A-4327-B636-587FE099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Le jargon décodé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934AF44-4E89-485B-B426-CF072860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Panel = un graphique. PromQL = langage de requête Prometheus. Alert rule = règle qui déclenche. for: 5m = la condition doit durer 5 min.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3D07F70-3BFF-48AD-9234-4DEE5322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0D3A073-3B0C-4B21-80D6-8E474FCB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B339BCD-5378-4ABB-9B8D-A83ACE86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870D970-0ADC-40B9-B75D-303153B6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1ED8901-9B0D-4A0C-8934-93CE591B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Une alerte SANS for: « flappe » (firing/normal en boucle) au moindre pic. for: 5m ne déclenche que si la condition DURE.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0E41B51B-B95A-49C2-BE92-4B0E3604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BAEA13D-C194-4A04-986A-F93031D0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 SLO sans panel ni alerte reste un vœu pieux.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5FC9B02-54AD-4BA2-8CD6-DA6788FD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DD3B37B-1BEC-4E53-9A6C-B014965B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204526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9DC4E7E-0AB9-4C9E-BA17-A811817B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7585E32-7E90-45E4-B1BD-C63EF797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B122B7B-F82F-447A-AD0E-962871AF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 runbook : la procédure qui sauve l'incident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D100B3B-2764-4B58-B87D-B7F73468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Un runbook dit, pour un incident : symptôme → diagnostic → action → escalade — et il faut l'avoir JOUÉ.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8D1C4E12-4CC7-4263-ACDA-4658CCC9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DAF512C-CF7D-4CF2-9D2F-0D115944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Observabilité sans procédure = jolis graphes pendant que le service brûle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C41E0EE-E532-45B2-98AA-F9185514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593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E67DCFC-DF01-4ADB-B73B-8A96AD8B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8386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Sécurité opérationnelle : accès dashboards restreints, logs sans données sensibles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C3C25BE-FC01-4E67-ACFB-C2207952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748904F1-029B-48CB-8049-B62AB589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B6AA9A7-816E-415E-AECA-DD74AEF5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F7D6BEB-C29F-4958-9A0B-7D0CDBCD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Astuce de pro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4B85FBE-529E-4944-A4FB-86EF56F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Rédige le runbook PENDANT que tu construis le dashboard : tu sais exactement quel panel regarder pour chaque symptôme.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D930099-6032-496A-AA85-40FFA745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7C96D040-AD8F-455F-BF6A-8A479405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E92CA3C-8B59-4FA2-A97F-D93012B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5079E07-4F99-4F34-9342-F92188FE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Idée reçue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2EC1EF4-6F53-45C1-B975-98E6C81D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« On verra bien le jour de l'incident. » FAUX : un runbook se répète comme un exercice incendie. Le jour J, on n'improvise pas.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D757220-97FA-4B5F-9011-84CEB72F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85A2ABD-2040-4516-BD85-252AF698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 runbook non joué est probablement faux : on le teste sur incident simulé.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CB0EC4D-6564-4021-9240-2C42FDBA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2F19626-DCA7-40A4-9BB8-0D867370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974852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C9FD20-63E7-449E-A5A0-C3E61D3F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010F534-D37C-4524-A53A-00C4C6C9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C08B2D-75D1-4B99-AF4F-956AA99D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L'alerte &amp; le runbook, en vrai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4351DF-617F-41A2-9ABA-E29FFEDA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Chaque SLO devient un panel + seuil ; une alerte tient dans la durée ; un runbook se joue.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11EF789-BE7D-4A50-9123-1A3B4815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06039"/>
            <a:ext cx="1800098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336154-FBE3-475A-9885-8BDAE508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52344"/>
            <a:ext cx="17269460" cy="22128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Grafana alert rule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expr: histogram_quantile(0.95, sum(rate(http_request_duration_seconds_bucket[5m])) by (le)) &gt; 0.3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for: 5m                       # anti-flap : la condition doit DURER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datasource = http://prometheus:9090   (nom de service, pas localhost)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runbook : symptôme -&gt; diagnostic -&gt; action -&gt; escalade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  p95 haut -&gt; /metrics + dashboard -&gt; scaling/cache -&gt; on-call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F7A1551-D753-4471-88DE-053627E0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25780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6C86E358-E764-4F34-A0B5-754267FD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4589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C107C47-44CE-4B63-B0B5-21E06D74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43153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B195FE-80DF-40C1-8CD3-9AB26CD2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549554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33A4EAF-1325-4BC3-9031-7B367F00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609904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Alerte sans for: -&gt; flapping au moindre pic. Datasource via localhost -&gt; rien (utiliser prometheus:9090).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793C0CA-F51E-466C-A798-E0DE3267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525780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175CB98D-664C-49D7-B58A-5070F5B5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4589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83D205C-1710-4014-A78D-0394CDF5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43153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5F6A108-518C-47F1-8BF6-1380570D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549554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Idée reçue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6BEEF46-8A45-4B16-9D7D-3DAA5499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609904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« On verra le jour J. » FAUX : un runbook non joué est probablement faux ; on le répète.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418D79B1-D031-4413-9887-9679912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4480FBE-0FC0-4813-9020-39D5F091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 + alertes for:5m + runbook joué = synthèse opérationnelle. C6/C8.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2544487-0492-4FA6-A5D0-DE195F31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FF9D788-00CD-4D7C-9104-8E650AEE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752275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C0B9C0D-FE93-4486-9207-1FE38BA5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173AA2F-358C-4959-9152-928709DB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54B86D-C19B-44D4-9BF5-0E46C019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 en 3 points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05AADEA1-3FAA-484F-984C-FAD4B4B8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F0E585-AEFC-4C99-B458-D5267BC5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dashboard raconte l'état du système en un coup d'œil.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16E404F8-A8E4-4570-B815-45EC7789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53CCC5D-A4B3-4573-87D6-E75FCB3A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Une alerte avec for: évite les faux positifs.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EFD911F1-E940-4795-875C-A2043BAA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08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52B8DFA-6FBB-449C-BC05-FDF59C86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898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runbook dit quoi faire quand ça sonne.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EB53A3D-2366-4978-AB5E-12864BC9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3ECEE82-8EB2-4508-BE50-727B6DFA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100498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7251C5-F0FB-45FA-88DA-5D137A9E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9E165F7-8A6C-47E7-80EC-A5126603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77F31F7-C8E6-493F-872A-FBCB25E8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Travaux dirigés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F20FEEC-6C25-4C7A-BA2F-3279F2BE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34 — TP guidé, correction au fil de l'eau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8B5B17-6614-4FFF-B028-7F0434B8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145946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24E955-C872-4B5B-953F-50C54A90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BB43A6E-7A62-48C9-99F9-C58AD512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B2A01E1-A38D-4B4C-A1F0-57C91316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dashboard &amp; alertes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9F13B1F-4E55-49F9-BA1A-D76E997B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11F5937-FAF0-474C-ACC1-249798C8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panel latence p95 + seuil 300 ms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alerte 1 : p95 &gt; 0.3   for 5m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alerte 2 : taux 5xx &gt; 1%   for 5m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FC0E696-855A-45B2-A0A3-86BC8471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4D89523-1ED7-46A9-8CAD-6D5FB1E0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7C09240-7AA7-41AD-9549-D7657FFA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52044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Datasource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En compose : http://prometheus:9090 (nom de service), pas localhost.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AE9EA3E-4873-463B-A7D9-117C10D2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CAF1AF9-3F34-484B-B7BE-F410E665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7787235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45E641-F41C-459E-B0DC-64FA3F1B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75DA2B5-81C0-49D1-9BE8-52939339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9536639-91CA-4F7B-B277-8A6C076E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runbook JOUÉ sur incidents déterministes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70661BB-13A1-4573-9578-0D2FA1D4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1D9A263-C211-4D83-A2EB-CC52CA22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8680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Règles de production à conserver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p95 &gt; 300 ms   for: 5m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5xx &gt; 1 %      for: 5m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Règles d'exercice à exporter séparément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API morte: up{job="indusense-api"} &lt; 1   for: 1m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Pic 401: taux de 401 &gt; seuil d'exercice   for: 1m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375D8E0-E8F1-4180-9974-B9CF98F0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3053076-E62A-4D1E-A04F-1100A157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B58D537-7499-4E6A-82BA-322266D9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52044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✅ Preuve attendue  Dashboard JSON + export séparé des règles · API-down/401 firing → runbook → retour normal.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F42BA87-4FB3-416F-BB72-8D4A769B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1D638D9-1693-48EA-ADB8-48EB5BD5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359553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E6F2379-D9CA-46EF-BC43-06B4DC25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C17AA3-D247-42DD-93BC-A7DC41F4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3B22D72-80A8-47E0-87F0-BCEEEA67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Autonomie tutorée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EB9A908-41B9-435C-A9D6-9FD3CD57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34 — vous avancez, le formateur reste disponible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C716BD4-0D99-486C-B178-915BB442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269376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7AD442B-3AA1-4CA1-BE13-2F776FFA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695C432-F43D-4807-BF47-CC2F9D3F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CDD9050-F807-4D1C-955A-AD45498D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Autonomie tutorée — compléter la supervision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92CD32-EC12-41CE-B0BF-1613D5B0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Avancez à votre rythme. Le formateur reste disponible.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88875360-61DE-404B-969A-CBCCFF73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A4280-ECF9-4A87-ACB8-AE9CD317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Ajouter un panel taux de 401 (corrélation sécu, module 26)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E317182-26E9-4CDB-8883-CE3DD989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40D09CA-C840-4C80-8334-D99AF9A2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OU rédiger et jouer le runbook « drift détecté »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46FF0FB-D35E-48B6-A951-45389EA7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03320"/>
            <a:ext cx="18000980" cy="14630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CDD1202-D889-49DD-A21A-305E1D26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904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05552B6-86E9-4689-A71A-E95643CB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877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D850C6A-AF8A-42D6-B4FA-D3F007E1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41063"/>
            <a:ext cx="1690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Posture en distanciel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1FBBBE3-4C13-4247-A5D9-80200B26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544568"/>
            <a:ext cx="17269460" cy="502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runbook non joué est probablement faux : testez-le pour de vrai. Partagez votre JSON de dashboard pour import commun.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AFEC914-2CC4-40C4-A186-FDF43C86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AD7BD31-A653-48D4-A0DA-6D19E460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2435755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E805595-B631-47BF-BC9F-2BDB2841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9447ECA-CFE0-4E23-85B7-19ACEB5B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BE4A94D-D384-43F5-985C-B7AF003B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Definition of Done &amp; transition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9432B8E0-E21E-49DD-B971-1311C2AE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11FACCA-C0D3-4E60-B57F-966CE68A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DoD : dashboard JSON + export règles · production for:5m · exercices API-down/401 firing · runbook joué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F6FC8329-814D-4610-BD6C-ACE94F6F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D25F661-7633-46C9-8189-E8193DDE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Clôture Sprint 3 : service industrialisé, orchestré, observable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B190304-3E99-4187-8D5A-D2450C87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4C74B3C-176C-4B46-A23E-02005FB0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EC68300-EF16-4BC0-AAAD-E58C60D7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Bilan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Dérouler la grille d'évaluation (découpage §8) + distribuer les fiches de révision.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E461C8E-D04C-40F0-819C-C30C974C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87AAB7B-7EF6-4254-88C7-E523BDDF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3817981"/>
      </p:ext>
    </p:extLst>
  </p:cSld>
</p:sld>
</file>

<file path=ppt/theme/theme1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2026-08-24T07:13:23.0150000Z</dcterms:created>
  <dcterms:modified xsi:type="dcterms:W3CDTF">2026-08-24T07:13:23.0150000Z</dcterms:modified>
</coreProperties>
</file>