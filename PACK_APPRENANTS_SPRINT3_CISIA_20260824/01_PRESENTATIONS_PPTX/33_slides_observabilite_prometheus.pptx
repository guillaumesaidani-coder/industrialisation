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583b302064c80" /><Relationship Type="http://schemas.openxmlformats.org/officeDocument/2006/relationships/extended-properties" Target="/docProps/app.xml" Id="R36912b68402a434b" /><Relationship Type="http://schemas.openxmlformats.org/officeDocument/2006/relationships/officeDocument" Target="/ppt/presentation.xml" Id="Re538f739e1404a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dcc1d90fb846a1"/>
  </p:sldMasterIdLst>
  <p:notesMasterIdLst>
    <p:notesMasterId xmlns:r="http://schemas.openxmlformats.org/officeDocument/2006/relationships" r:id="Rc7efaf6cfff041af"/>
  </p:notesMasterIdLst>
  <p:sldIdLst>
    <p:sldId xmlns:r="http://schemas.openxmlformats.org/officeDocument/2006/relationships" id="256" r:id="R43818354d63149fa"/>
    <p:sldId xmlns:r="http://schemas.openxmlformats.org/officeDocument/2006/relationships" id="257" r:id="Rb410725675824be4"/>
    <p:sldId xmlns:r="http://schemas.openxmlformats.org/officeDocument/2006/relationships" id="258" r:id="R0aeda5292572483f"/>
    <p:sldId xmlns:r="http://schemas.openxmlformats.org/officeDocument/2006/relationships" id="259" r:id="R411e2d2bbfec4eca"/>
    <p:sldId xmlns:r="http://schemas.openxmlformats.org/officeDocument/2006/relationships" id="260" r:id="R3dc905bf43154b66"/>
    <p:sldId xmlns:r="http://schemas.openxmlformats.org/officeDocument/2006/relationships" id="261" r:id="Redd94d2a5a8449e5"/>
    <p:sldId xmlns:r="http://schemas.openxmlformats.org/officeDocument/2006/relationships" id="262" r:id="R8f25582caf0f4e35"/>
    <p:sldId xmlns:r="http://schemas.openxmlformats.org/officeDocument/2006/relationships" id="263" r:id="R4e4ed8e123d44990"/>
    <p:sldId xmlns:r="http://schemas.openxmlformats.org/officeDocument/2006/relationships" id="264" r:id="R582737ab5b7f4c0b"/>
    <p:sldId xmlns:r="http://schemas.openxmlformats.org/officeDocument/2006/relationships" id="265" r:id="Rfe3154d97a1c42a7"/>
    <p:sldId xmlns:r="http://schemas.openxmlformats.org/officeDocument/2006/relationships" id="266" r:id="R160d5e196a5b4e89"/>
    <p:sldId xmlns:r="http://schemas.openxmlformats.org/officeDocument/2006/relationships" id="267" r:id="R0c09ca52dc1245f0"/>
    <p:sldId xmlns:r="http://schemas.openxmlformats.org/officeDocument/2006/relationships" id="268" r:id="R0d5a571f903b436d"/>
    <p:sldId xmlns:r="http://schemas.openxmlformats.org/officeDocument/2006/relationships" id="269" r:id="R8bf19f1b99f14765"/>
    <p:sldId xmlns:r="http://schemas.openxmlformats.org/officeDocument/2006/relationships" id="270" r:id="R457cbb2b03c24562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a9f5e6bee4d9b" /><Relationship Type="http://schemas.openxmlformats.org/officeDocument/2006/relationships/slideMaster" Target="/ppt/slideMasters/slideMaster1.xml" Id="R69dcc1d90fb846a1" /><Relationship Type="http://schemas.openxmlformats.org/officeDocument/2006/relationships/notesMaster" Target="/ppt/notesMasters/notesMaster1.xml" Id="Rc7efaf6cfff041af" /><Relationship Type="http://schemas.openxmlformats.org/officeDocument/2006/relationships/presProps" Target="/ppt/presProps.xml" Id="R52e7dd5040b44311" /><Relationship Type="http://schemas.openxmlformats.org/officeDocument/2006/relationships/viewProps" Target="/ppt/viewProps.xml" Id="Rc7602c33eaf0459f" /><Relationship Type="http://schemas.openxmlformats.org/officeDocument/2006/relationships/tableStyles" Target="/ppt/tableStyles.xml" Id="Ra9b0a5973cb64d36" /><Relationship Type="http://schemas.openxmlformats.org/officeDocument/2006/relationships/slide" Target="/ppt/slides/slide1.xml" Id="R43818354d63149fa" /><Relationship Type="http://schemas.openxmlformats.org/officeDocument/2006/relationships/slide" Target="/ppt/slides/slide2.xml" Id="Rb410725675824be4" /><Relationship Type="http://schemas.openxmlformats.org/officeDocument/2006/relationships/slide" Target="/ppt/slides/slide3.xml" Id="R0aeda5292572483f" /><Relationship Type="http://schemas.openxmlformats.org/officeDocument/2006/relationships/slide" Target="/ppt/slides/slide4.xml" Id="R411e2d2bbfec4eca" /><Relationship Type="http://schemas.openxmlformats.org/officeDocument/2006/relationships/slide" Target="/ppt/slides/slide5.xml" Id="R3dc905bf43154b66" /><Relationship Type="http://schemas.openxmlformats.org/officeDocument/2006/relationships/slide" Target="/ppt/slides/slide6.xml" Id="Redd94d2a5a8449e5" /><Relationship Type="http://schemas.openxmlformats.org/officeDocument/2006/relationships/slide" Target="/ppt/slides/slide7.xml" Id="R8f25582caf0f4e35" /><Relationship Type="http://schemas.openxmlformats.org/officeDocument/2006/relationships/slide" Target="/ppt/slides/slide8.xml" Id="R4e4ed8e123d44990" /><Relationship Type="http://schemas.openxmlformats.org/officeDocument/2006/relationships/slide" Target="/ppt/slides/slide9.xml" Id="R582737ab5b7f4c0b" /><Relationship Type="http://schemas.openxmlformats.org/officeDocument/2006/relationships/slide" Target="/ppt/slides/slide10.xml" Id="Rfe3154d97a1c42a7" /><Relationship Type="http://schemas.openxmlformats.org/officeDocument/2006/relationships/slide" Target="/ppt/slides/slide11.xml" Id="R160d5e196a5b4e89" /><Relationship Type="http://schemas.openxmlformats.org/officeDocument/2006/relationships/slide" Target="/ppt/slides/slide12.xml" Id="R0c09ca52dc1245f0" /><Relationship Type="http://schemas.openxmlformats.org/officeDocument/2006/relationships/slide" Target="/ppt/slides/slide13.xml" Id="R0d5a571f903b436d" /><Relationship Type="http://schemas.openxmlformats.org/officeDocument/2006/relationships/slide" Target="/ppt/slides/slide14.xml" Id="R8bf19f1b99f14765" /><Relationship Type="http://schemas.openxmlformats.org/officeDocument/2006/relationships/slide" Target="/ppt/slides/slide15.xml" Id="R457cbb2b03c245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aa6628d86547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b5ae9f5d384d0c" /><Relationship Type="http://schemas.openxmlformats.org/officeDocument/2006/relationships/notesMaster" Target="/ppt/notesMasters/notesMaster1.xml" Id="R9e5304d3f3c04e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30d95a9c2049e4" /><Relationship Type="http://schemas.openxmlformats.org/officeDocument/2006/relationships/notesMaster" Target="/ppt/notesMasters/notesMaster1.xml" Id="R48815e0722e74e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898f34101b426f" /><Relationship Type="http://schemas.openxmlformats.org/officeDocument/2006/relationships/notesMaster" Target="/ppt/notesMasters/notesMaster1.xml" Id="R7a45f75c5aec47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4b2355b1f343de" /><Relationship Type="http://schemas.openxmlformats.org/officeDocument/2006/relationships/notesMaster" Target="/ppt/notesMasters/notesMaster1.xml" Id="Rb6bc73801ce548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209f0678674ed4" /><Relationship Type="http://schemas.openxmlformats.org/officeDocument/2006/relationships/notesMaster" Target="/ppt/notesMasters/notesMaster1.xml" Id="Rfcdf00d5be6349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d2357ca82342be" /><Relationship Type="http://schemas.openxmlformats.org/officeDocument/2006/relationships/notesMaster" Target="/ppt/notesMasters/notesMaster1.xml" Id="R2c2e37518fb342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a5717bdb7d4710" /><Relationship Type="http://schemas.openxmlformats.org/officeDocument/2006/relationships/notesMaster" Target="/ppt/notesMasters/notesMaster1.xml" Id="R76d1b77e1f7940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fcf32b941f4dbd" /><Relationship Type="http://schemas.openxmlformats.org/officeDocument/2006/relationships/notesMaster" Target="/ppt/notesMasters/notesMaster1.xml" Id="R894b48cea8df4b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d2e4a7726140c5" /><Relationship Type="http://schemas.openxmlformats.org/officeDocument/2006/relationships/notesMaster" Target="/ppt/notesMasters/notesMaster1.xml" Id="Rc2ab07113c744f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d601aeb9324da6" /><Relationship Type="http://schemas.openxmlformats.org/officeDocument/2006/relationships/notesMaster" Target="/ppt/notesMasters/notesMaster1.xml" Id="Rd881b583b1f848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2b778f629a42e9" /><Relationship Type="http://schemas.openxmlformats.org/officeDocument/2006/relationships/notesMaster" Target="/ppt/notesMasters/notesMaster1.xml" Id="R5f3d6297ac724f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c0664c35e046cb" /><Relationship Type="http://schemas.openxmlformats.org/officeDocument/2006/relationships/notesMaster" Target="/ppt/notesMasters/notesMaster1.xml" Id="R079db65cb2d24a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bcf9fd72824cf6" /><Relationship Type="http://schemas.openxmlformats.org/officeDocument/2006/relationships/notesMaster" Target="/ppt/notesMasters/notesMaster1.xml" Id="R8f76eb5067e041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83a5cdc864f0d" /><Relationship Type="http://schemas.openxmlformats.org/officeDocument/2006/relationships/notesMaster" Target="/ppt/notesMasters/notesMaster1.xml" Id="Rf890a66ade514c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a9b185c0f94376" /><Relationship Type="http://schemas.openxmlformats.org/officeDocument/2006/relationships/notesMaster" Target="/ppt/notesMasters/notesMaster1.xml" Id="R57f4bfd840694d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b10948902402e" /><Relationship Type="http://schemas.openxmlformats.org/officeDocument/2006/relationships/image" Target="/ppt/media/image.png" Id="R8904bc9e6e764c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2ea97f0a64dd7" /><Relationship Type="http://schemas.openxmlformats.org/officeDocument/2006/relationships/image" Target="/ppt/media/image2.png" Id="Rbc82c1adcfd740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65ff54b4448e4" /><Relationship Type="http://schemas.openxmlformats.org/officeDocument/2006/relationships/image" Target="/ppt/media/image3.png" Id="Rce2a55ffe2e648d5" /><Relationship Type="http://schemas.openxmlformats.org/officeDocument/2006/relationships/image" Target="/ppt/media/image4.png" Id="Ra72ead6c0b4847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f34009ce74c38" /><Relationship Type="http://schemas.openxmlformats.org/officeDocument/2006/relationships/image" Target="/ppt/media/image5.png" Id="R5fbd4881d7bd436e" /><Relationship Type="http://schemas.openxmlformats.org/officeDocument/2006/relationships/image" Target="/ppt/media/image4.png" Id="Rd72dc7a707614142" /><Relationship Type="http://schemas.openxmlformats.org/officeDocument/2006/relationships/image" Target="/ppt/media/image6.png" Id="Ra62cb44406fd47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13bb0ea1340d1" /><Relationship Type="http://schemas.openxmlformats.org/officeDocument/2006/relationships/image" Target="/ppt/media/image5.png" Id="R1b038e5f8a784ff6" /><Relationship Type="http://schemas.openxmlformats.org/officeDocument/2006/relationships/image" Target="/ppt/media/image4.png" Id="Rece8dc661acb4661" /><Relationship Type="http://schemas.openxmlformats.org/officeDocument/2006/relationships/image" Target="/ppt/media/image6.png" Id="R91316454c7e54b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6321516b34abe" /><Relationship Type="http://schemas.openxmlformats.org/officeDocument/2006/relationships/image" Target="/ppt/media/image5.png" Id="R8a39d8ef369b4aa6" /><Relationship Type="http://schemas.openxmlformats.org/officeDocument/2006/relationships/image" Target="/ppt/media/image4.png" Id="Rfce5f1094cbf4667" /><Relationship Type="http://schemas.openxmlformats.org/officeDocument/2006/relationships/image" Target="/ppt/media/image6.png" Id="R41387dff3cee4f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c3e4f04304b2d" /><Relationship Type="http://schemas.openxmlformats.org/officeDocument/2006/relationships/image" Target="/ppt/media/image5.png" Id="Rf4bbe9eac0ef4e2e" /><Relationship Type="http://schemas.openxmlformats.org/officeDocument/2006/relationships/image" Target="/ppt/media/image4.png" Id="Ra59924f33c164075" /><Relationship Type="http://schemas.openxmlformats.org/officeDocument/2006/relationships/image" Target="/ppt/media/image6.png" Id="Rdc7af36a77d840d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38d18797d4535" /><Relationship Type="http://schemas.openxmlformats.org/officeDocument/2006/relationships/image" Target="/ppt/media/image5.png" Id="Rd3b3e49dd36949cd" /><Relationship Type="http://schemas.openxmlformats.org/officeDocument/2006/relationships/image" Target="/ppt/media/image4.png" Id="R2f75ca48ba2f4255" /><Relationship Type="http://schemas.openxmlformats.org/officeDocument/2006/relationships/image" Target="/ppt/media/image6.png" Id="R917ad522803e4c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abae20ed549c4" /><Relationship Type="http://schemas.openxmlformats.org/officeDocument/2006/relationships/image" Target="/ppt/media/image7.png" Id="Rd058858c64a44a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544a36ae64394" /><Relationship Type="http://schemas.openxmlformats.org/officeDocument/2006/relationships/image" Target="/ppt/media/image8.png" Id="Rd066afd1da0945e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a25cac9ea4970" /><Relationship Type="http://schemas.openxmlformats.org/officeDocument/2006/relationships/image" Target="/ppt/media/image9.png" Id="Rc84edd42d77141f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ba7cf24e04f39" /><Relationship Type="http://schemas.openxmlformats.org/officeDocument/2006/relationships/image" Target="/ppt/media/image10.png" Id="Rb29a89dd1b804ca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1102ef2a54b5e" /><Relationship Type="http://schemas.openxmlformats.org/officeDocument/2006/relationships/image" Target="/ppt/media/image11.png" Id="Rbd7b7eb342ea425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a6136628a4b1b" /><Relationship Type="http://schemas.openxmlformats.org/officeDocument/2006/relationships/image" Target="/ppt/media/image12.png" Id="R07d0322756114c8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c8fb534f74a70" /><Relationship Type="http://schemas.openxmlformats.org/officeDocument/2006/relationships/image" Target="/ppt/media/image13.png" Id="Rc4eb7b422d0648b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a06bc26f041da" /><Relationship Type="http://schemas.openxmlformats.org/officeDocument/2006/relationships/image" Target="/ppt/media/image2.png" Id="R131a8511c9f9443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e02246bf94af9" /><Relationship Type="http://schemas.openxmlformats.org/officeDocument/2006/relationships/image" Target="/ppt/media/image14.png" Id="Re665363c9bbb46f3" /><Relationship Type="http://schemas.openxmlformats.org/officeDocument/2006/relationships/image" Target="/ppt/media/image15.png" Id="Re740565b24ef46d0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8904bc9e6e764ca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bc82c1adcfd740b8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ce2a55ffe2e648d5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ead6c0b4847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5fbd4881d7bd436e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dc7a70761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cb44406fd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1b038e5f8a784ff6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8dc661acb4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16454c7e54b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8a39d8ef369b4aa6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5f1094cbf4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87dff3cee4f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f4bbe9eac0ef4e2e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924f33c1640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af36a77d840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d3b3e49dd36949cd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5ca48ba2f4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ad522803e4c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d058858c64a44a0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d066afd1da0945e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c84edd42d77141f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b29a89dd1b804ca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bd7b7eb342ea425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07d0322756114c8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c4eb7b422d0648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131a8511c9f9443b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e665363c9bbb46f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0565b24ef46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f6377a9f2d4acf" /><Relationship Type="http://schemas.openxmlformats.org/officeDocument/2006/relationships/slideLayout" Target="/ppt/slideLayouts/slideLayout1.xml" Id="R8af0035ffd7c4785" /><Relationship Type="http://schemas.openxmlformats.org/officeDocument/2006/relationships/slideLayout" Target="/ppt/slideLayouts/slideLayout2.xml" Id="Rc39962b4d12449f0" /><Relationship Type="http://schemas.openxmlformats.org/officeDocument/2006/relationships/slideLayout" Target="/ppt/slideLayouts/slideLayout3.xml" Id="R6f0bd8e0c0784f2a" /><Relationship Type="http://schemas.openxmlformats.org/officeDocument/2006/relationships/slideLayout" Target="/ppt/slideLayouts/slideLayout4.xml" Id="R16ebf5f6bfd34964" /><Relationship Type="http://schemas.openxmlformats.org/officeDocument/2006/relationships/slideLayout" Target="/ppt/slideLayouts/slideLayout5.xml" Id="R3e403bbc5a704935" /><Relationship Type="http://schemas.openxmlformats.org/officeDocument/2006/relationships/slideLayout" Target="/ppt/slideLayouts/slideLayout6.xml" Id="Rd0503113e85146bb" /><Relationship Type="http://schemas.openxmlformats.org/officeDocument/2006/relationships/slideLayout" Target="/ppt/slideLayouts/slideLayout7.xml" Id="R1ce4aba089cc46fd" /><Relationship Type="http://schemas.openxmlformats.org/officeDocument/2006/relationships/slideLayout" Target="/ppt/slideLayouts/slideLayout8.xml" Id="Rb48f03f39dd94080" /><Relationship Type="http://schemas.openxmlformats.org/officeDocument/2006/relationships/slideLayout" Target="/ppt/slideLayouts/slideLayout9.xml" Id="Rf4c6270659384c91" /><Relationship Type="http://schemas.openxmlformats.org/officeDocument/2006/relationships/slideLayout" Target="/ppt/slideLayouts/slideLayout10.xml" Id="Raf1eb4936ad7466e" /><Relationship Type="http://schemas.openxmlformats.org/officeDocument/2006/relationships/slideLayout" Target="/ppt/slideLayouts/slideLayout11.xml" Id="Rdb9398cfad38476c" /><Relationship Type="http://schemas.openxmlformats.org/officeDocument/2006/relationships/slideLayout" Target="/ppt/slideLayouts/slideLayout12.xml" Id="R52372eaebdc14db7" /><Relationship Type="http://schemas.openxmlformats.org/officeDocument/2006/relationships/slideLayout" Target="/ppt/slideLayouts/slideLayout13.xml" Id="Rf9f721ea0fa24871" /><Relationship Type="http://schemas.openxmlformats.org/officeDocument/2006/relationships/slideLayout" Target="/ppt/slideLayouts/slideLayout14.xml" Id="Raaaa999bdcda4b89" /><Relationship Type="http://schemas.openxmlformats.org/officeDocument/2006/relationships/slideLayout" Target="/ppt/slideLayouts/slideLayout15.xml" Id="R2702d021505e426d" /><Relationship Type="http://schemas.openxmlformats.org/officeDocument/2006/relationships/slideLayout" Target="/ppt/slideLayouts/slideLayout16.xml" Id="R1e819902f7604d8b" /><Relationship Type="http://schemas.openxmlformats.org/officeDocument/2006/relationships/slideLayout" Target="/ppt/slideLayouts/slideLayout17.xml" Id="R4115c1ef6f11442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f0035ffd7c4785"/>
    <p:sldLayoutId xmlns:r="http://schemas.openxmlformats.org/officeDocument/2006/relationships" id="2147483650" r:id="Rc39962b4d12449f0"/>
    <p:sldLayoutId xmlns:r="http://schemas.openxmlformats.org/officeDocument/2006/relationships" id="2147483651" r:id="R6f0bd8e0c0784f2a"/>
    <p:sldLayoutId xmlns:r="http://schemas.openxmlformats.org/officeDocument/2006/relationships" id="2147483652" r:id="R16ebf5f6bfd34964"/>
    <p:sldLayoutId xmlns:r="http://schemas.openxmlformats.org/officeDocument/2006/relationships" id="2147483653" r:id="R3e403bbc5a704935"/>
    <p:sldLayoutId xmlns:r="http://schemas.openxmlformats.org/officeDocument/2006/relationships" id="2147483654" r:id="Rd0503113e85146bb"/>
    <p:sldLayoutId xmlns:r="http://schemas.openxmlformats.org/officeDocument/2006/relationships" id="2147483655" r:id="R1ce4aba089cc46fd"/>
    <p:sldLayoutId xmlns:r="http://schemas.openxmlformats.org/officeDocument/2006/relationships" id="2147483656" r:id="Rb48f03f39dd94080"/>
    <p:sldLayoutId xmlns:r="http://schemas.openxmlformats.org/officeDocument/2006/relationships" id="2147483657" r:id="Rf4c6270659384c91"/>
    <p:sldLayoutId xmlns:r="http://schemas.openxmlformats.org/officeDocument/2006/relationships" id="2147483658" r:id="Raf1eb4936ad7466e"/>
    <p:sldLayoutId xmlns:r="http://schemas.openxmlformats.org/officeDocument/2006/relationships" id="2147483659" r:id="Rdb9398cfad38476c"/>
    <p:sldLayoutId xmlns:r="http://schemas.openxmlformats.org/officeDocument/2006/relationships" id="2147483660" r:id="R52372eaebdc14db7"/>
    <p:sldLayoutId xmlns:r="http://schemas.openxmlformats.org/officeDocument/2006/relationships" id="2147483661" r:id="Rf9f721ea0fa24871"/>
    <p:sldLayoutId xmlns:r="http://schemas.openxmlformats.org/officeDocument/2006/relationships" id="2147483662" r:id="Raaaa999bdcda4b89"/>
    <p:sldLayoutId xmlns:r="http://schemas.openxmlformats.org/officeDocument/2006/relationships" id="2147483663" r:id="R2702d021505e426d"/>
    <p:sldLayoutId xmlns:r="http://schemas.openxmlformats.org/officeDocument/2006/relationships" id="2147483664" r:id="R1e819902f7604d8b"/>
    <p:sldLayoutId xmlns:r="http://schemas.openxmlformats.org/officeDocument/2006/relationships" id="2147483665" r:id="R4115c1ef6f11442a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d737e266b6a4b74" /><Relationship Type="http://schemas.openxmlformats.org/officeDocument/2006/relationships/image" Target="/ppt/media/image15.png" Id="R448d7ba2f3874cc5" /><Relationship Type="http://schemas.openxmlformats.org/officeDocument/2006/relationships/notesSlide" Target="/ppt/notesSlides/notesSlide1.xml" Id="Rae88de6666c549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f9b72ec3ecc49d6" /><Relationship Type="http://schemas.openxmlformats.org/officeDocument/2006/relationships/notesSlide" Target="/ppt/notesSlides/notesSlide2.xml" Id="R534776cd549e48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bcf913f6eb04d1d" /><Relationship Type="http://schemas.openxmlformats.org/officeDocument/2006/relationships/notesSlide" Target="/ppt/notesSlides/notesSlide3.xml" Id="R2d496d5c3b11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7608a579ce44f2e" /><Relationship Type="http://schemas.openxmlformats.org/officeDocument/2006/relationships/notesSlide" Target="/ppt/notesSlides/notesSlide4.xml" Id="Ra4acda9d2e8740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43bcac0023d4860" /><Relationship Type="http://schemas.openxmlformats.org/officeDocument/2006/relationships/notesSlide" Target="/ppt/notesSlides/notesSlide5.xml" Id="R525223b75e0e40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5b694a32f434936" /><Relationship Type="http://schemas.openxmlformats.org/officeDocument/2006/relationships/notesSlide" Target="/ppt/notesSlides/notesSlide6.xml" Id="R2782e94e629f44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54b18af59b14af8" /><Relationship Type="http://schemas.openxmlformats.org/officeDocument/2006/relationships/notesSlide" Target="/ppt/notesSlides/notesSlide7.xml" Id="Rb6a36827cf8842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39f9f61254f4705" /><Relationship Type="http://schemas.openxmlformats.org/officeDocument/2006/relationships/notesSlide" Target="/ppt/notesSlides/notesSlide8.xml" Id="R2dd14a8f75024c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2eecb3abc034f44" /><Relationship Type="http://schemas.openxmlformats.org/officeDocument/2006/relationships/notesSlide" Target="/ppt/notesSlides/notesSlide9.xml" Id="R3557fb8340aa46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10d7f0eb16445fc" /><Relationship Type="http://schemas.openxmlformats.org/officeDocument/2006/relationships/notesSlide" Target="/ppt/notesSlides/notesSlide10.xml" Id="Rf426f9d7ede442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05d0b794a8642cb" /><Relationship Type="http://schemas.openxmlformats.org/officeDocument/2006/relationships/notesSlide" Target="/ppt/notesSlides/notesSlide11.xml" Id="R000c70cf882341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340a31fbd02441e" /><Relationship Type="http://schemas.openxmlformats.org/officeDocument/2006/relationships/notesSlide" Target="/ppt/notesSlides/notesSlide12.xml" Id="R0424c086f7234f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211d859cb80452b" /><Relationship Type="http://schemas.openxmlformats.org/officeDocument/2006/relationships/notesSlide" Target="/ppt/notesSlides/notesSlide13.xml" Id="R65e224cd2ccd45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0aea824b7ba487a" /><Relationship Type="http://schemas.openxmlformats.org/officeDocument/2006/relationships/notesSlide" Target="/ppt/notesSlides/notesSlide14.xml" Id="R33bbbbdbf9e143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c2e2300ff6a419f" /><Relationship Type="http://schemas.openxmlformats.org/officeDocument/2006/relationships/notesSlide" Target="/ppt/notesSlides/notesSlide15.xml" Id="R4b1e18c71be743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388964-30A4-42E2-A0D4-696D1274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d7ba2f3874c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725BB2E-B5CE-4F85-B602-7F32FE8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1FDCF2-55EC-441C-9092-E0FC737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09E08A2-188E-4E67-BD98-1B7F0855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Observabilité API (Prometheus)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F25012-B2F5-4715-9903-0D06DC02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US3.6 · C6/C8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542160-B277-4A49-95A7-CF14EC2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19657525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51CEF1-2498-4817-9AEE-A3226903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A49D0D1-2CA1-4467-A932-F450DB54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2AA5A8-8433-4B24-960F-1A6BFB2A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4D6427B-F84D-4095-9267-3EA26973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7DB7F00-3E6E-427E-A139-E5BC9D4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6C6E5F-6E1B-4EE7-8062-CEA382D0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F111FAF-4CF8-4F4D-A5E4-C811C91D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Instrumenter l'API et exposer /metrics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08CA2A1-536B-443B-A5F0-DB035071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3756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D8B79E4-0B84-40FB-8702-B773A3EF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1012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81D8C56-DA80-4DCA-93FC-95CA87C9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3756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Distinguer counter / gauge / histogram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92B2959D-B3DD-4733-A688-398E41D9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861440F-916E-492D-9629-08FAAF80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5020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7585E5A-7886-41D5-8119-08D16D5A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7764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Maîtriser la cardinalité (pas de donnée sensible en label)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D443C749-F45F-4080-BCBD-58EC63AB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274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DA5C675-F95E-4351-A5D9-A44E454D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0001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C821F78-CE63-434E-9390-CD93F5AA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72744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Définir 5 SLI/SLO et écrire du PromQL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9344EB2-BD8E-4A4D-953B-37BA3C18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9EF2347-0EC6-4501-A13A-C73A5755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350"/>
            </a:pPr>
            <a:r>
              <a:rPr sz="135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6428F56C-3345-4FA3-A7D4-5EB765D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D300CAA-D4E0-41CC-B233-5F3754FA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654B31-E97C-4673-A74E-E9D34D07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350"/>
            </a:pPr>
            <a:r>
              <a:rPr sz="135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types, scrape, SLO, cardinalité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F65C498-55BC-4992-B655-5671A880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017E86C-1240-4547-9627-0FD18FF4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3124ADD-071B-4B4A-9826-31134ADD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350"/>
            </a:pPr>
            <a:r>
              <a:rPr sz="135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   câblage, PromQL, charge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79A57EF1-B9A5-4B45-B7D2-FED24FF4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2F16138-F222-484F-9F22-7E667C2F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4EFC3E-B65D-40AF-9A88-46D0E93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350"/>
            </a:pPr>
            <a:r>
              <a:rPr sz="135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   gauge + extension B ou C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47201A0A-ECB8-40DE-97DF-3E377503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38E7D57-19D8-4769-8834-4147DA55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B5324FF-5CDF-49A9-9A03-4FDEC581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350"/>
            </a:pPr>
            <a:r>
              <a:rPr sz="135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preuve + transition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3D717300-51C5-4CF3-B1D8-66C225C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6EDDC43-3EEA-4991-9946-3568A965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275"/>
            </a:pPr>
            <a:r>
              <a:rPr sz="1275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/metrics · gauge readiness · 5 SLI/SLO · p95 · charge canonique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932375A-D4BC-4936-9E58-7CB77AB9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339B9C1-ABAF-433B-BDC7-1ACCC8A5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83754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96CECB-D28D-4472-96DD-8F093E4D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5CF8F82-FF4A-4939-BD9A-98193A72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32BBA33-4D3D-4A70-AD75-5928EC8A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89CBC-86D0-453D-8C65-635EF23E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33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7A60CB-63FA-422C-9DD2-779C47B0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934728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C03879-CAF0-4A8F-949E-73C3E581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DBB7FA0-73F7-4050-9FA6-5ADA9971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FFBDDDE-49E0-4E12-B3B5-5F745EC1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008A740-3393-41AF-ACA8-121B044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L'atelier se plaint que « l'API est lente » à 14 h. Sans métriques, aucune preuve ni cause. Avec /metrics, tu vois le p95 de latence et le trafic en direct.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CCDC68E-1E35-42A0-8428-B4A19314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CF02CBD-115D-47C3-AC88-0AA59EA3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24C84BC-8E84-4765-8CB1-376A33F6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mesure la technique, pas les personnes : aucune donnée personnelle dans les métriques. Observabilité n'est pas surveillance des opérateurs.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89434E6-FEA4-4A1A-93B1-F2B7425B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25224C-9708-4FE0-B0ED-D7640122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7662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DD2666-2242-44B9-8381-73952EB4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429163-7C91-408C-9608-7A38D0BB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AE1065-A697-4C0D-9664-AB81CDDA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A28591F-B2FD-4471-8CC6-C1906EF6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un service en prod doit se regarder. Pourquoi : on MESURE latence, erreurs et trafic en continu.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77C3A81-5395-4F10-9874-38CF619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9041594-622D-44BF-8E3C-84EF8CD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Prometheus : collecte les métriques (modèle PULL sur /metrics)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B9A31FA-7804-48FB-A32A-F6F44A4F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BBCE17-D038-42E0-8250-A2989225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counter / gauge / histogram : les 3 types de métriques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39C44F43-3036-4F30-9660-2618AB7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A40D1B-26CD-424C-B421-26015A70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histogram_quantile : calcule le p95 de latence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4F12E8C-A4BD-40C8-BEF0-C3A0DD98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BB5A5C8-A219-41D9-93F9-F66AAD5A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SLI / SLO : objectifs de service (les 4 signaux d'or)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027615D-ECCF-4410-9823-ABDCD9CD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1297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E02A735-5B6D-4064-9FF9-FA21368D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2005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/ready vs /health : prêt à servir vs simplement vivant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3B3487A-211D-4953-A9CB-04B70370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3067AE2-CBEA-4517-9FF2-0E7D5E54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578086-DEF8-4A7B-8E31-2682A6E4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696712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Des métriques exploitables, avec une cardinalité maîtrisée.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F867060-505C-4E95-AC53-EF52B18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E2C77F0-727B-4D15-97F0-450871F6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49238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0A31E6-3731-4F4B-9F58-5991ADB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3309038-2806-4789-984D-DED41815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81463AD-4536-4FA1-A0B1-DC19F2B3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Mesurer le service : counter, gauge, histogram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6FCAD5-C0A3-4D3D-98DF-2B5665C0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Trois types de métriques suffisent à tout décrire : ce qui monte, ce qui fluctue, ce qui se distribue.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3F2A99B-C153-4183-81BE-B4E07700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2D050B-DCB9-432A-97B4-27195E40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API /metrics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F70585-D653-4ED2-A49C-6C7EF96A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6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604742E-E847-49E0-BED4-12759429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61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95106CC-F03C-485E-A902-8757E310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01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scrape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CA2747A-B7B6-4106-A0C1-174DE539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6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60E5BE2-569A-4977-BF91-6C85CBDA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CB025F-A310-4266-B4D5-E8CCD80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802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Prometheus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3CCB2E1-43C4-437A-BC3E-D1EBE13B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56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88D50DC-B9B7-48D7-AE42-2DF936D2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7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C04AB9F-0626-4CF9-8143-31E51653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03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Grafana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1B3E3B5-79C1-4DF8-A210-1D2B32AD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DF4753D-6510-4A5E-BFF8-8FA9B6CD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EA5F54F-DA79-4690-A472-339BD2F0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48CAAA8-BDAC-49AE-9AE0-44851F17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7F329FC-C46D-4CC8-B191-E802A396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Counter = ne fait que monter. Gauge = monte/descend. Histogram = distribution → percentiles (p95). Scrape = Prometheus tire /metrics périodiquement.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F5599E0B-4130-4D74-809C-79B49970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A6C9372F-8977-44D0-B418-75BA802C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6CCD59F-2FFA-4A91-880A-09579E81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≈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A56F97C-39BC-4FD7-A303-F0DC85A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L'analogie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1D07662-0C0F-4B4D-B6C9-2E5EB77D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Counter = compteur kilométrique (ne recule pas). Gauge = jauge d'essence. Histogram = distribution des temps d'une course.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23B93995-F3DD-427C-8C4D-68101D1F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F1BAF8A-6CF8-4443-878D-29C13DEE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L'API expose /metrics ; Prometheus vient le scraper, Grafana l'affiche.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06D5BCD-6B05-4F0D-9BDB-4E91C52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4323C07-0189-4C85-9D22-D828671F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985445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C838A0-833F-4E47-B534-6A5F095D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B43F933-9DE3-4F93-8263-2FE93865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7EB746-796C-45AE-8FD6-E41A6BE0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piège n°1 : la cardinalité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965B3F6-8147-4A4B-B662-7E5A5BC5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Chaque valeur de label crée une série : un label à forte cardinalité fait exploser Prometheus.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3B92C74-63FF-4EEF-A994-E841771D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BB7E587-A86F-488E-9923-E1806901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86207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label route — sain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57A1E84-08EE-4910-B0ED-9853865D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65759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ED8E8BE-7A14-4447-B8E2-5952E019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566159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~5 valeurs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A160D077-B424-4422-9968-F4680851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11479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D688DE-67F7-41AE-A3FD-7986C767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023359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quelques séries ✓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B9F4C47-9606-4AA1-B5E9-E658968B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650" y="2606039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40E2CF6-7BF0-46A5-90CF-022BB0FB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286207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label machine_id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B94C0A9-16E7-49CD-8146-9527CFC9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365759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BDE35B8-79E2-44F2-8E00-CD232BF6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3566159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350"/>
            </a:pPr>
            <a:r>
              <a:rPr sz="135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15 ici · plus en production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D2BC855F-6509-402A-833C-198F82F4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11479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61A85DB-9712-4B26-9E90-77ADBE31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4023359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explosion de séries ✗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EBFA06A-49CC-4D5C-A5E6-D8A597C1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446520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E6B1EF1D-0D4D-438A-AD20-84081FC7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6476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783845C-E284-41A7-B9AE-B13E8DB0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6202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84AF534-7B6E-4E0B-8677-1369BDDE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668426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FCA3DD9-9437-470D-9B19-5CAA045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7287768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label « innocent » comme machine_id peut générer des milliers de séries et faire tomber le monitoring. La cardinalité se réfléchit AVANT.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6B9CACD-20D6-445D-845B-83C5CEAC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6446520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C6465BC0-144D-474E-8742-24A56C9A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6476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AC64D12-4ED6-429A-BEAD-44BAC8F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6202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A7FFADC-33F4-47AB-B6E7-74B4998F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668426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884ED62-E334-4CB4-A54D-D83B6C04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7287768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275"/>
            </a:pPr>
            <a:r>
              <a:rPr sz="1275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5 SLO v0 : p95 · erreurs 5xx · readiness modèle (up × gauge) · débit · 401.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0AA12336-106D-4E7B-94B6-C7C580BA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A6E0393-D32B-4141-A118-4A43613C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Labels à faible cardinalité uniquement — jamais d'id ni de clé (fuite).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B85E5C-EAA1-48F1-824C-C47E3682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30B365B-77A8-47A7-8484-3A05C2F4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760191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F96E99-BB19-4C75-A963-9D6729CC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1AAFA0C-E4F4-4F0A-A5FB-AF91B94D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07630FC-D85E-44F8-98AB-87C7645E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L'instrumentation, en vrai (déjà câblée)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47EFA70-61C4-4216-9F99-E6FF4C7D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L'API expose /metrics ; Prometheus le scrape. Counter/Gauge/Histogram, cardinalité maîtrisée.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AE43FDF-ACB2-40CE-841A-7BA82DC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ADADE7A-8D9E-4113-9EBB-C1A7185E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2944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api/main.py · métriques métier et readiness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PRED = Counter("indusense_predictions_total", "", ["decision"])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MODEL = Gauge("indusense_model_loaded", "modèle chargé: 1/0")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lifespan : MODEL.set(1) après load_bundle ; sinon MODEL.set(0)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Instrumentator(should_group_status_codes=False).instrument(app).expose(app)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prometheus.yml : job_name: indusense-api · metrics_path: /metrics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cible du réseau compose : api:8000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DBEB8EA-C367-4195-A547-8AB748B2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98932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9925BE6-83D3-4AB5-B1CD-83BEE7D5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190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970CFE-E53B-45EB-8CB6-A8AC23C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163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7CAB9D0-ACA9-491D-80A4-302EF118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622706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32EB600-B896-49AC-9319-790A1B1A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83056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Jamais machine_id / clé / timestamp en label : explosion de séries + fuite de données.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F0B77F6-A795-4276-A537-72656F02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598932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5DD6C96-D0BF-42A8-A6C0-5C351D16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190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657DF7B-22EC-458E-B966-8D4C942C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163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210D663-D2F7-4427-B4AF-3A190070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622706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B484FCD-BDDC-47B8-BBED-8CB1AF89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683056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275"/>
            </a:pPr>
            <a:r>
              <a:rPr sz="1275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5 SLO v0 : p95, erreurs 5xx, readiness up × gauge, débit predict, taux de 401.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101D971-F90B-4945-9E9F-13015EEF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DF6CCDF-23B2-410F-B0F9-99AB3AC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Instrumenter le service + SLO chiffrés = la preuve C6/C8.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1C260B1-9BB1-4900-AFCE-174B90FC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F48F2D-2799-401F-BD8A-84CCD02C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93714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C5024A-C64D-4D8F-9B44-B32701B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167B022-C44B-43A5-903D-47830997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CD0FC97-4ECF-4422-AD0A-1DA677D1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568A6B3-5552-4B48-A41D-A6A315B8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F52AF3F-AA6F-40AB-8AB7-128EB805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/metrics expose latence, trafic et erreurs.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091BFA08-4C16-48FA-92D0-58720CC1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58C1D44-4663-446B-B8EE-A7204D26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SLI = ce qu'on mesure ; SLO = l'objectif visé.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119E24E-73D0-43BC-83E1-B7239A7A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6EFF87-7931-42B5-87E3-EDC1E564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suit le p95, pas la moyenne (qui ment).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C7C205-7602-48D6-A23D-E7C4C83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0D48C6F-B088-4934-B45F-9DA20587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87935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B80CE6-540B-4F7A-8C2E-41217E43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55D551-ACEA-4406-954E-4434802D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D0054D-E936-4821-BF78-AEE16718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502CFD-16D2-44AC-A818-62FCF16D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33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D5E62D6-79FB-4F25-B91B-0FD6679D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27273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F2DB2F-E92B-4CC0-9B30-E3272375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F332A3B-0EC5-446C-9ABA-71CD8E7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671294-AFF4-4809-956B-277B690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instrumenter &amp; métrique custom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ECC8A68-56F1-43BA-BC3D-FAAFD803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AC3AE3-6571-43D6-8BA6-9C37BA6F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00"/>
            </a:pPr>
            <a:r>
              <a: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Instrumentator(should_group_status_codes=False).instrument(app).expose(app)  # /metrics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00"/>
            </a:pPr>
            <a:r>
              <a: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PRED = Counter("indusense_predictions_total", "", ["decision"])  # faible cardinalité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9051F9D-C375-4341-897E-16082B9B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63239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85EF4CD-8D2A-4788-869C-E28DB15A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63239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114C1F0-33F4-4542-8E8A-1C4C33D5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154679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500"/>
            </a:pPr>
            <a:r>
              <a:rPr sz="15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Point de contrôle  curl.exe http://localhost:8000/metrics répond ; label = decision (pas machine_id).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BBCF5C1-6247-4E22-878F-40B661E3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D7C432-D0E0-425E-9D9B-F16E4E10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836433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7E2ACE-F93B-4C16-8B9E-7A454952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B897ADA-8650-4FDE-848B-30F89821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5BD7F31-04F5-484D-953F-41BC542E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SLO &amp; PromQL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EF0E0F6-98CA-4FE5-953D-0E952352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697DCF-398A-4C0A-87A8-BA0F2034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00"/>
            </a:pPr>
            <a:r>
              <a:rPr sz="12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latence p95 · job canonique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00"/>
            </a:pPr>
            <a:r>
              <a: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histogram_quantile(0.95, sum by (le) (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00"/>
            </a:pPr>
            <a:r>
              <a:rPr sz="12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rate(http_request_duration_seconds_bucket{job="indusense-api"}[5m])))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06FCC39-6B46-423B-8201-43E861EA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D448698-AF4B-43FF-8052-FF687DD7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F67974-FAD9-4F17-ABC8-7FF02539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125"/>
            </a:pPr>
            <a:r>
              <a:rPr sz="1125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Charge canonique : uv run --with locust==2.44.4 locust -f $m33Locustfile --headless -u 20 -r 5 -t 30s --host http://localhost:8000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8E436BF-63F5-47D4-AA08-D97C5A37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62A9420-3523-4D2C-828F-4E45B5EF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19464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E47420-F160-4124-AEC3-7F2B8CDA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AAFD45-6597-4B9F-AB56-25DD589E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53BD20-6EB3-40E7-AE2E-0B6978E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0379CCE-0BEE-4351-A2BE-27C168F1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33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38BECCD-7421-47B3-94C5-20EA3E05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207500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BFC948-B585-4E15-8D55-0B0172F7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DCC2E83-1604-467D-98B2-748C17F6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A6EF7B-5368-4AE8-B96D-0C1263A9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enrichir l'observabilité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58A24F4-25A0-4098-9E6F-F59FF2DE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725"/>
            </a:pPr>
            <a:r>
              <a:rPr sz="1725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Choisissez UN axe ;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502EB9D7-79B5-4BAD-8BC2-97CEA75F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9A2542-5CE1-448B-AF3C-1D387111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350"/>
            </a:pPr>
            <a:r>
              <a:rPr sz="135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Preuve obligatoire · Gauge modèle chargé (0/1) cohérente avec /ready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00786B6-816F-4ABD-9F9E-2F9A6170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A8B5D26-B71E-4CA7-B9C4-92A4B20B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350"/>
            </a:pPr>
            <a:r>
              <a:rPr sz="135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Extension au choix · B PromQL 5xx OU C labo vision / PatchCore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D2D9CE9-D449-4E52-B236-32035D7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66ED5CC7-90E0-4852-AD79-F49894A8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DC21822-7F1E-4FCD-8DF6-5B09FDBB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F151E41-C469-4FD4-B956-A2EA6253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575"/>
            </a:pPr>
            <a:r>
              <a:rPr sz="1575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Preuve &amp; garde-fous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83A1F30-1D5C-4505-842B-D18F862D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200"/>
            </a:pPr>
            <a:r>
              <a:rPr sz="12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Montrer la gauge. B ou C la complète ; aucun seuil métier/coût déduit ; aucun identifiant en label.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8EB2CC9-0F9A-4B7D-93E5-4EF49A7E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B1DCDA1-CB6C-472E-9F5D-148D5BAE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204281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E17D4-E0AB-4F1F-B9A8-9367F420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73B76BD-91A1-4D40-8866-EB798A8A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310D2DA-889B-4874-934F-20360F9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43D9C472-EB64-4090-A7C6-C26F8CB6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AC34F97-62AF-4EE5-99BC-F21C6D40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350"/>
            </a:pPr>
            <a:r>
              <a:rPr sz="135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/metrics · gauge readiness · 5 SLI/SLO · PromQL p95 · Locust canonique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A69AA90-8CAC-458F-9C4C-088D86A5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3D51EFD-5546-429B-9FB2-59141EA2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CEE2AD-34C2-448F-A46D-228BCF9D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350"/>
            </a:pPr>
            <a:r>
              <a:rPr sz="135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34  Visualiser, alerter, jouer les runbooks avant le Game Day.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06AA19B-F534-4D4E-8167-DB3CE707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2FDFE48-F3BF-42D9-877F-722C818E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5976508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2026-08-24T07:13:21.1230000Z</dcterms:created>
  <dcterms:modified xsi:type="dcterms:W3CDTF">2026-08-24T07:13:21.1230000Z</dcterms:modified>
</coreProperties>
</file>