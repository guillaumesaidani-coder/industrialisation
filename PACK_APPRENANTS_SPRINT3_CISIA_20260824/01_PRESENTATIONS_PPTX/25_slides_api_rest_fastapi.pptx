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20a70957d4cf2" /><Relationship Type="http://schemas.openxmlformats.org/officeDocument/2006/relationships/extended-properties" Target="/docProps/app.xml" Id="Rf0bea2958ea84913" /><Relationship Type="http://schemas.openxmlformats.org/officeDocument/2006/relationships/officeDocument" Target="/ppt/presentation.xml" Id="Rc628799520a4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a8ee82ce04018"/>
  </p:sldMasterIdLst>
  <p:notesMasterIdLst>
    <p:notesMasterId xmlns:r="http://schemas.openxmlformats.org/officeDocument/2006/relationships" r:id="R370edb424b3f41b9"/>
  </p:notesMasterIdLst>
  <p:sldIdLst>
    <p:sldId xmlns:r="http://schemas.openxmlformats.org/officeDocument/2006/relationships" id="256" r:id="R4c0feff444d74469"/>
    <p:sldId xmlns:r="http://schemas.openxmlformats.org/officeDocument/2006/relationships" id="257" r:id="R3f85fd015bd84af8"/>
    <p:sldId xmlns:r="http://schemas.openxmlformats.org/officeDocument/2006/relationships" id="258" r:id="R4fce09a52c034252"/>
    <p:sldId xmlns:r="http://schemas.openxmlformats.org/officeDocument/2006/relationships" id="259" r:id="R589c815463684d75"/>
    <p:sldId xmlns:r="http://schemas.openxmlformats.org/officeDocument/2006/relationships" id="260" r:id="R7f40194ada844e52"/>
    <p:sldId xmlns:r="http://schemas.openxmlformats.org/officeDocument/2006/relationships" id="261" r:id="R2773577784124a61"/>
    <p:sldId xmlns:r="http://schemas.openxmlformats.org/officeDocument/2006/relationships" id="262" r:id="R9d56ef9a5d8f4ec4"/>
    <p:sldId xmlns:r="http://schemas.openxmlformats.org/officeDocument/2006/relationships" id="263" r:id="R6fc8bddf40f54f9a"/>
    <p:sldId xmlns:r="http://schemas.openxmlformats.org/officeDocument/2006/relationships" id="264" r:id="R40addc67b8a64141"/>
    <p:sldId xmlns:r="http://schemas.openxmlformats.org/officeDocument/2006/relationships" id="265" r:id="R3c0ef28c31794e1b"/>
    <p:sldId xmlns:r="http://schemas.openxmlformats.org/officeDocument/2006/relationships" id="266" r:id="Rb9c01301614544f7"/>
    <p:sldId xmlns:r="http://schemas.openxmlformats.org/officeDocument/2006/relationships" id="267" r:id="R34d914a78c7b44e0"/>
    <p:sldId xmlns:r="http://schemas.openxmlformats.org/officeDocument/2006/relationships" id="268" r:id="Rc61de416131b4db0"/>
    <p:sldId xmlns:r="http://schemas.openxmlformats.org/officeDocument/2006/relationships" id="269" r:id="Ree8cf2d0e1dd4d68"/>
    <p:sldId xmlns:r="http://schemas.openxmlformats.org/officeDocument/2006/relationships" id="270" r:id="R616b4b41608c42f0"/>
    <p:sldId xmlns:r="http://schemas.openxmlformats.org/officeDocument/2006/relationships" id="271" r:id="R122d9f443e4b45c9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48f06c6d24136" /><Relationship Type="http://schemas.openxmlformats.org/officeDocument/2006/relationships/slideMaster" Target="/ppt/slideMasters/slideMaster1.xml" Id="Ra2ca8ee82ce04018" /><Relationship Type="http://schemas.openxmlformats.org/officeDocument/2006/relationships/notesMaster" Target="/ppt/notesMasters/notesMaster1.xml" Id="R370edb424b3f41b9" /><Relationship Type="http://schemas.openxmlformats.org/officeDocument/2006/relationships/presProps" Target="/ppt/presProps.xml" Id="Rfb8a1a2ef02a4f1a" /><Relationship Type="http://schemas.openxmlformats.org/officeDocument/2006/relationships/viewProps" Target="/ppt/viewProps.xml" Id="Rbccb60d0c17747a5" /><Relationship Type="http://schemas.openxmlformats.org/officeDocument/2006/relationships/tableStyles" Target="/ppt/tableStyles.xml" Id="R1f07b56582d64472" /><Relationship Type="http://schemas.openxmlformats.org/officeDocument/2006/relationships/slide" Target="/ppt/slides/slide1.xml" Id="R4c0feff444d74469" /><Relationship Type="http://schemas.openxmlformats.org/officeDocument/2006/relationships/slide" Target="/ppt/slides/slide2.xml" Id="R3f85fd015bd84af8" /><Relationship Type="http://schemas.openxmlformats.org/officeDocument/2006/relationships/slide" Target="/ppt/slides/slide3.xml" Id="R4fce09a52c034252" /><Relationship Type="http://schemas.openxmlformats.org/officeDocument/2006/relationships/slide" Target="/ppt/slides/slide4.xml" Id="R589c815463684d75" /><Relationship Type="http://schemas.openxmlformats.org/officeDocument/2006/relationships/slide" Target="/ppt/slides/slide5.xml" Id="R7f40194ada844e52" /><Relationship Type="http://schemas.openxmlformats.org/officeDocument/2006/relationships/slide" Target="/ppt/slides/slide6.xml" Id="R2773577784124a61" /><Relationship Type="http://schemas.openxmlformats.org/officeDocument/2006/relationships/slide" Target="/ppt/slides/slide7.xml" Id="R9d56ef9a5d8f4ec4" /><Relationship Type="http://schemas.openxmlformats.org/officeDocument/2006/relationships/slide" Target="/ppt/slides/slide8.xml" Id="R6fc8bddf40f54f9a" /><Relationship Type="http://schemas.openxmlformats.org/officeDocument/2006/relationships/slide" Target="/ppt/slides/slide9.xml" Id="R40addc67b8a64141" /><Relationship Type="http://schemas.openxmlformats.org/officeDocument/2006/relationships/slide" Target="/ppt/slides/slide10.xml" Id="R3c0ef28c31794e1b" /><Relationship Type="http://schemas.openxmlformats.org/officeDocument/2006/relationships/slide" Target="/ppt/slides/slide11.xml" Id="Rb9c01301614544f7" /><Relationship Type="http://schemas.openxmlformats.org/officeDocument/2006/relationships/slide" Target="/ppt/slides/slide12.xml" Id="R34d914a78c7b44e0" /><Relationship Type="http://schemas.openxmlformats.org/officeDocument/2006/relationships/slide" Target="/ppt/slides/slide13.xml" Id="Rc61de416131b4db0" /><Relationship Type="http://schemas.openxmlformats.org/officeDocument/2006/relationships/slide" Target="/ppt/slides/slide14.xml" Id="Ree8cf2d0e1dd4d68" /><Relationship Type="http://schemas.openxmlformats.org/officeDocument/2006/relationships/slide" Target="/ppt/slides/slide15.xml" Id="R616b4b41608c42f0" /><Relationship Type="http://schemas.openxmlformats.org/officeDocument/2006/relationships/slide" Target="/ppt/slides/slide16.xml" Id="R122d9f443e4b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debf9628ab4e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d22cfdc2274b0f" /><Relationship Type="http://schemas.openxmlformats.org/officeDocument/2006/relationships/notesMaster" Target="/ppt/notesMasters/notesMaster1.xml" Id="R203773556e904b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1143db33542d5" /><Relationship Type="http://schemas.openxmlformats.org/officeDocument/2006/relationships/notesMaster" Target="/ppt/notesMasters/notesMaster1.xml" Id="R47abc4e216da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70bad44d34134" /><Relationship Type="http://schemas.openxmlformats.org/officeDocument/2006/relationships/notesMaster" Target="/ppt/notesMasters/notesMaster1.xml" Id="R65987c9a2ba24b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2a6b7e980c4f1d" /><Relationship Type="http://schemas.openxmlformats.org/officeDocument/2006/relationships/notesMaster" Target="/ppt/notesMasters/notesMaster1.xml" Id="Rbbe7b7e1d7d8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484046274347bf" /><Relationship Type="http://schemas.openxmlformats.org/officeDocument/2006/relationships/notesMaster" Target="/ppt/notesMasters/notesMaster1.xml" Id="R4add0497b9ad4f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b366a1fbb54424" /><Relationship Type="http://schemas.openxmlformats.org/officeDocument/2006/relationships/notesMaster" Target="/ppt/notesMasters/notesMaster1.xml" Id="R43004ddf9e504d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cf2d6cd4e14b32" /><Relationship Type="http://schemas.openxmlformats.org/officeDocument/2006/relationships/notesMaster" Target="/ppt/notesMasters/notesMaster1.xml" Id="R5ee38f70f8c04b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3062addad1482a" /><Relationship Type="http://schemas.openxmlformats.org/officeDocument/2006/relationships/notesMaster" Target="/ppt/notesMasters/notesMaster1.xml" Id="R887c63666f194d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6416c4b17f4c71" /><Relationship Type="http://schemas.openxmlformats.org/officeDocument/2006/relationships/notesMaster" Target="/ppt/notesMasters/notesMaster1.xml" Id="R6a41131c9c624c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77feaccb974845" /><Relationship Type="http://schemas.openxmlformats.org/officeDocument/2006/relationships/notesMaster" Target="/ppt/notesMasters/notesMaster1.xml" Id="Rabb802af797a4c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aee0ed88c34721" /><Relationship Type="http://schemas.openxmlformats.org/officeDocument/2006/relationships/notesMaster" Target="/ppt/notesMasters/notesMaster1.xml" Id="R11feaaad80d349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83dd4cff5e4262" /><Relationship Type="http://schemas.openxmlformats.org/officeDocument/2006/relationships/notesMaster" Target="/ppt/notesMasters/notesMaster1.xml" Id="Re332eb8f22db43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9201f6df484f3c" /><Relationship Type="http://schemas.openxmlformats.org/officeDocument/2006/relationships/notesMaster" Target="/ppt/notesMasters/notesMaster1.xml" Id="R86c6f2927a5d41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4835cf5ae64cd6" /><Relationship Type="http://schemas.openxmlformats.org/officeDocument/2006/relationships/notesMaster" Target="/ppt/notesMasters/notesMaster1.xml" Id="R037ac89ea8154a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f395e1922c4dc6" /><Relationship Type="http://schemas.openxmlformats.org/officeDocument/2006/relationships/notesMaster" Target="/ppt/notesMasters/notesMaster1.xml" Id="R936077046e0647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19b52df815479b" /><Relationship Type="http://schemas.openxmlformats.org/officeDocument/2006/relationships/notesMaster" Target="/ppt/notesMasters/notesMaster1.xml" Id="R4a1c3c2bb00d4a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e9ad6223e4130" /><Relationship Type="http://schemas.openxmlformats.org/officeDocument/2006/relationships/image" Target="/ppt/media/image.png" Id="R8c040d481dc940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5ca5cabb74ea8" /><Relationship Type="http://schemas.openxmlformats.org/officeDocument/2006/relationships/image" Target="/ppt/media/image2.png" Id="R8d047ebbd6eb43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cf7495c8549d7" /><Relationship Type="http://schemas.openxmlformats.org/officeDocument/2006/relationships/image" Target="/ppt/media/image3.png" Id="R8b4579e18ef6499e" /><Relationship Type="http://schemas.openxmlformats.org/officeDocument/2006/relationships/image" Target="/ppt/media/image4.png" Id="R9550628f5256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326f1d158481d" /><Relationship Type="http://schemas.openxmlformats.org/officeDocument/2006/relationships/image" Target="/ppt/media/image5.png" Id="R096dbb37a16f4b21" /><Relationship Type="http://schemas.openxmlformats.org/officeDocument/2006/relationships/image" Target="/ppt/media/image4.png" Id="R5c0b547b889246e3" /><Relationship Type="http://schemas.openxmlformats.org/officeDocument/2006/relationships/image" Target="/ppt/media/image6.png" Id="R5225f8498a7d4f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426e46ca9451b" /><Relationship Type="http://schemas.openxmlformats.org/officeDocument/2006/relationships/image" Target="/ppt/media/image5.png" Id="R484f6d30b2694fb4" /><Relationship Type="http://schemas.openxmlformats.org/officeDocument/2006/relationships/image" Target="/ppt/media/image4.png" Id="R0ffb0f2cee234701" /><Relationship Type="http://schemas.openxmlformats.org/officeDocument/2006/relationships/image" Target="/ppt/media/image6.png" Id="R28655743b6a24d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88112e4114bd1" /><Relationship Type="http://schemas.openxmlformats.org/officeDocument/2006/relationships/image" Target="/ppt/media/image5.png" Id="R37661141f78a47d7" /><Relationship Type="http://schemas.openxmlformats.org/officeDocument/2006/relationships/image" Target="/ppt/media/image4.png" Id="R60ea7d2604bd43c8" /><Relationship Type="http://schemas.openxmlformats.org/officeDocument/2006/relationships/image" Target="/ppt/media/image6.png" Id="R7c9652da4a9040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0a5138b164be2" /><Relationship Type="http://schemas.openxmlformats.org/officeDocument/2006/relationships/image" Target="/ppt/media/image5.png" Id="R2441a1f652884737" /><Relationship Type="http://schemas.openxmlformats.org/officeDocument/2006/relationships/image" Target="/ppt/media/image4.png" Id="R29b062476331484c" /><Relationship Type="http://schemas.openxmlformats.org/officeDocument/2006/relationships/image" Target="/ppt/media/image6.png" Id="R6cb21944c5364c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a4069252d459a" /><Relationship Type="http://schemas.openxmlformats.org/officeDocument/2006/relationships/image" Target="/ppt/media/image5.png" Id="Ra91b48bb09b4405e" /><Relationship Type="http://schemas.openxmlformats.org/officeDocument/2006/relationships/image" Target="/ppt/media/image4.png" Id="R146fb3a7e1a74c73" /><Relationship Type="http://schemas.openxmlformats.org/officeDocument/2006/relationships/image" Target="/ppt/media/image6.png" Id="R7fad3893432242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701a1fac842a5" /><Relationship Type="http://schemas.openxmlformats.org/officeDocument/2006/relationships/image" Target="/ppt/media/image7.png" Id="R180f66c9a09045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4038363844065" /><Relationship Type="http://schemas.openxmlformats.org/officeDocument/2006/relationships/image" Target="/ppt/media/image8.png" Id="R104a03954a5e415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8b07208a04b6a" /><Relationship Type="http://schemas.openxmlformats.org/officeDocument/2006/relationships/image" Target="/ppt/media/image9.png" Id="R974c18be50a449a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40d0670d54c83" /><Relationship Type="http://schemas.openxmlformats.org/officeDocument/2006/relationships/image" Target="/ppt/media/image10.png" Id="Rc3ab7aa71fa9431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5176c31dc4805" /><Relationship Type="http://schemas.openxmlformats.org/officeDocument/2006/relationships/image" Target="/ppt/media/image11.png" Id="R2c76c113b63a43b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8718dc0184633" /><Relationship Type="http://schemas.openxmlformats.org/officeDocument/2006/relationships/image" Target="/ppt/media/image12.png" Id="R6da2041133ce497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1b713c1814d1b" /><Relationship Type="http://schemas.openxmlformats.org/officeDocument/2006/relationships/image" Target="/ppt/media/image13.png" Id="Rc6220817f0ba499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26bb30a4244ff" /><Relationship Type="http://schemas.openxmlformats.org/officeDocument/2006/relationships/image" Target="/ppt/media/image2.png" Id="R67d6c02fbfb74fb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526f035cf41f9" /><Relationship Type="http://schemas.openxmlformats.org/officeDocument/2006/relationships/image" Target="/ppt/media/image14.png" Id="R2d35bbe3aab74287" /><Relationship Type="http://schemas.openxmlformats.org/officeDocument/2006/relationships/image" Target="/ppt/media/image15.png" Id="R8faab1c22f85430b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8c040d481dc9401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8d047ebbd6eb4383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8b4579e18ef6499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0628f5256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096dbb37a16f4b2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b547b889246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5f8498a7d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484f6d30b2694fb4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b0f2cee23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55743b6a24d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37661141f78a47d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a7d2604bd43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652da4a90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2441a1f65288473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06247633148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21944c5364c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a91b48bb09b4405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fb3a7e1a7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389343224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180f66c9a09045d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104a03954a5e41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974c18be50a449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c3ab7aa71fa9431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2c76c113b63a43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6da2041133ce49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c6220817f0ba49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67d6c02fbfb74fb5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2d35bbe3aab742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ab1c22f85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61b02ceb044d8" /><Relationship Type="http://schemas.openxmlformats.org/officeDocument/2006/relationships/slideLayout" Target="/ppt/slideLayouts/slideLayout1.xml" Id="R10c0468c9a144a47" /><Relationship Type="http://schemas.openxmlformats.org/officeDocument/2006/relationships/slideLayout" Target="/ppt/slideLayouts/slideLayout2.xml" Id="R7160d956bedc4887" /><Relationship Type="http://schemas.openxmlformats.org/officeDocument/2006/relationships/slideLayout" Target="/ppt/slideLayouts/slideLayout3.xml" Id="R6772b1b8f9c44e5c" /><Relationship Type="http://schemas.openxmlformats.org/officeDocument/2006/relationships/slideLayout" Target="/ppt/slideLayouts/slideLayout4.xml" Id="Rdad58c010819461f" /><Relationship Type="http://schemas.openxmlformats.org/officeDocument/2006/relationships/slideLayout" Target="/ppt/slideLayouts/slideLayout5.xml" Id="R661b5eb67e7244f2" /><Relationship Type="http://schemas.openxmlformats.org/officeDocument/2006/relationships/slideLayout" Target="/ppt/slideLayouts/slideLayout6.xml" Id="Rc0d8d6ef80ed4047" /><Relationship Type="http://schemas.openxmlformats.org/officeDocument/2006/relationships/slideLayout" Target="/ppt/slideLayouts/slideLayout7.xml" Id="Rfc600610bf1c4ec8" /><Relationship Type="http://schemas.openxmlformats.org/officeDocument/2006/relationships/slideLayout" Target="/ppt/slideLayouts/slideLayout8.xml" Id="Rc70b4daa69ca43c7" /><Relationship Type="http://schemas.openxmlformats.org/officeDocument/2006/relationships/slideLayout" Target="/ppt/slideLayouts/slideLayout9.xml" Id="R268da09b795c4e0a" /><Relationship Type="http://schemas.openxmlformats.org/officeDocument/2006/relationships/slideLayout" Target="/ppt/slideLayouts/slideLayout10.xml" Id="R496acc7858a54bc1" /><Relationship Type="http://schemas.openxmlformats.org/officeDocument/2006/relationships/slideLayout" Target="/ppt/slideLayouts/slideLayout11.xml" Id="R84ec602de8df44b1" /><Relationship Type="http://schemas.openxmlformats.org/officeDocument/2006/relationships/slideLayout" Target="/ppt/slideLayouts/slideLayout12.xml" Id="Rf5298820fb4a45c7" /><Relationship Type="http://schemas.openxmlformats.org/officeDocument/2006/relationships/slideLayout" Target="/ppt/slideLayouts/slideLayout13.xml" Id="Rde993d001090419b" /><Relationship Type="http://schemas.openxmlformats.org/officeDocument/2006/relationships/slideLayout" Target="/ppt/slideLayouts/slideLayout14.xml" Id="R14a635da55a24f3b" /><Relationship Type="http://schemas.openxmlformats.org/officeDocument/2006/relationships/slideLayout" Target="/ppt/slideLayouts/slideLayout15.xml" Id="Rb795e0dd761e4522" /><Relationship Type="http://schemas.openxmlformats.org/officeDocument/2006/relationships/slideLayout" Target="/ppt/slideLayouts/slideLayout16.xml" Id="R8d5cd0ceaba34c1d" /><Relationship Type="http://schemas.openxmlformats.org/officeDocument/2006/relationships/slideLayout" Target="/ppt/slideLayouts/slideLayout17.xml" Id="R559663d6cf5347d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0468c9a144a47"/>
    <p:sldLayoutId xmlns:r="http://schemas.openxmlformats.org/officeDocument/2006/relationships" id="2147483650" r:id="R7160d956bedc4887"/>
    <p:sldLayoutId xmlns:r="http://schemas.openxmlformats.org/officeDocument/2006/relationships" id="2147483651" r:id="R6772b1b8f9c44e5c"/>
    <p:sldLayoutId xmlns:r="http://schemas.openxmlformats.org/officeDocument/2006/relationships" id="2147483652" r:id="Rdad58c010819461f"/>
    <p:sldLayoutId xmlns:r="http://schemas.openxmlformats.org/officeDocument/2006/relationships" id="2147483653" r:id="R661b5eb67e7244f2"/>
    <p:sldLayoutId xmlns:r="http://schemas.openxmlformats.org/officeDocument/2006/relationships" id="2147483654" r:id="Rc0d8d6ef80ed4047"/>
    <p:sldLayoutId xmlns:r="http://schemas.openxmlformats.org/officeDocument/2006/relationships" id="2147483655" r:id="Rfc600610bf1c4ec8"/>
    <p:sldLayoutId xmlns:r="http://schemas.openxmlformats.org/officeDocument/2006/relationships" id="2147483656" r:id="Rc70b4daa69ca43c7"/>
    <p:sldLayoutId xmlns:r="http://schemas.openxmlformats.org/officeDocument/2006/relationships" id="2147483657" r:id="R268da09b795c4e0a"/>
    <p:sldLayoutId xmlns:r="http://schemas.openxmlformats.org/officeDocument/2006/relationships" id="2147483658" r:id="R496acc7858a54bc1"/>
    <p:sldLayoutId xmlns:r="http://schemas.openxmlformats.org/officeDocument/2006/relationships" id="2147483659" r:id="R84ec602de8df44b1"/>
    <p:sldLayoutId xmlns:r="http://schemas.openxmlformats.org/officeDocument/2006/relationships" id="2147483660" r:id="Rf5298820fb4a45c7"/>
    <p:sldLayoutId xmlns:r="http://schemas.openxmlformats.org/officeDocument/2006/relationships" id="2147483661" r:id="Rde993d001090419b"/>
    <p:sldLayoutId xmlns:r="http://schemas.openxmlformats.org/officeDocument/2006/relationships" id="2147483662" r:id="R14a635da55a24f3b"/>
    <p:sldLayoutId xmlns:r="http://schemas.openxmlformats.org/officeDocument/2006/relationships" id="2147483663" r:id="Rb795e0dd761e4522"/>
    <p:sldLayoutId xmlns:r="http://schemas.openxmlformats.org/officeDocument/2006/relationships" id="2147483664" r:id="R8d5cd0ceaba34c1d"/>
    <p:sldLayoutId xmlns:r="http://schemas.openxmlformats.org/officeDocument/2006/relationships" id="2147483665" r:id="R559663d6cf5347d9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c19d1bbd7804bfc" /><Relationship Type="http://schemas.openxmlformats.org/officeDocument/2006/relationships/image" Target="/ppt/media/image15.png" Id="R173504075ef4488d" /><Relationship Type="http://schemas.openxmlformats.org/officeDocument/2006/relationships/notesSlide" Target="/ppt/notesSlides/notesSlide1.xml" Id="R46b22b8b21c743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488598b4a4947bc" /><Relationship Type="http://schemas.openxmlformats.org/officeDocument/2006/relationships/notesSlide" Target="/ppt/notesSlides/notesSlide2.xml" Id="R349648cb42134a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87190573e3b4d3e" /><Relationship Type="http://schemas.openxmlformats.org/officeDocument/2006/relationships/notesSlide" Target="/ppt/notesSlides/notesSlide3.xml" Id="R093a323329b9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f027f14f1334b9c" /><Relationship Type="http://schemas.openxmlformats.org/officeDocument/2006/relationships/notesSlide" Target="/ppt/notesSlides/notesSlide4.xml" Id="Re2f09bc6c66f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f493bf84e874530" /><Relationship Type="http://schemas.openxmlformats.org/officeDocument/2006/relationships/notesSlide" Target="/ppt/notesSlides/notesSlide5.xml" Id="R939375be27fb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c22b8dee4414eff" /><Relationship Type="http://schemas.openxmlformats.org/officeDocument/2006/relationships/notesSlide" Target="/ppt/notesSlides/notesSlide6.xml" Id="R3babae1061534d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0756822485e412b" /><Relationship Type="http://schemas.openxmlformats.org/officeDocument/2006/relationships/notesSlide" Target="/ppt/notesSlides/notesSlide7.xml" Id="Ra0cd8da3053043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c3eaa2fb3864708" /><Relationship Type="http://schemas.openxmlformats.org/officeDocument/2006/relationships/notesSlide" Target="/ppt/notesSlides/notesSlide8.xml" Id="R69c077e4024249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e49dbbb0ea8446f" /><Relationship Type="http://schemas.openxmlformats.org/officeDocument/2006/relationships/notesSlide" Target="/ppt/notesSlides/notesSlide9.xml" Id="R605bbcfeab604d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0829d0e02bf4e3d" /><Relationship Type="http://schemas.openxmlformats.org/officeDocument/2006/relationships/notesSlide" Target="/ppt/notesSlides/notesSlide10.xml" Id="R485793af0d9b46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6a1750c19f0458d" /><Relationship Type="http://schemas.openxmlformats.org/officeDocument/2006/relationships/notesSlide" Target="/ppt/notesSlides/notesSlide11.xml" Id="R8afa57bef2774f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9b0fbfb296748ca" /><Relationship Type="http://schemas.openxmlformats.org/officeDocument/2006/relationships/notesSlide" Target="/ppt/notesSlides/notesSlide12.xml" Id="R6d2de399f93344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acba1395b7a4fb6" /><Relationship Type="http://schemas.openxmlformats.org/officeDocument/2006/relationships/notesSlide" Target="/ppt/notesSlides/notesSlide13.xml" Id="R0ad23c80dede44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ea2cdb2e91e469b" /><Relationship Type="http://schemas.openxmlformats.org/officeDocument/2006/relationships/notesSlide" Target="/ppt/notesSlides/notesSlide14.xml" Id="R248c816648eb41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b2f227cebc84384" /><Relationship Type="http://schemas.openxmlformats.org/officeDocument/2006/relationships/notesSlide" Target="/ppt/notesSlides/notesSlide15.xml" Id="R958457c6444a4f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967ed43464a4876" /><Relationship Type="http://schemas.openxmlformats.org/officeDocument/2006/relationships/notesSlide" Target="/ppt/notesSlides/notesSlide16.xml" Id="R9fa884e59a4147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A678E9-3DA9-4AFE-B925-5CE41A6D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504075ef4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595F5D5-EB6F-4D00-9307-FAAFAE3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37ACFD6-C754-4498-A511-FC78909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25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CD45B-AC15-4A61-BDC1-843B0F0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API Design &amp; REST (FastAPI)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1B959B-A1D4-406D-B167-23A52038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US3.2 · C7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4D2ACF-FCFD-41C1-B50C-8319D67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501605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ED47CD-0009-4EF1-AE74-E8F470A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A08AAAE-47E3-4162-9D18-F04A1A2F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3881882-0FC2-4F35-ADC5-6901AD6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B9A8B8-8227-47EB-874B-8933D8BF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368F9CC-9F92-433A-A787-3A67836A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BAF9480-72CB-4A99-8385-DCCDCFF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08FD80-C6F0-4A8A-B5C7-C34402D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Concevoir une API de prédiction (endpoints, schémas, erreurs)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D8461D6-73B6-4B22-8C04-8EB0A84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FA47C3-786F-4391-BD5B-97689FA3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1B1ECB-DD07-4A5F-A2AD-26B2A9A6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Charger le modèle au démarrage ; distinguer /health et /ready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2C36AF9-EC79-4AC3-89B4-C0B3E5B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97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3593DA3-B931-4805-831A-BBA0C64B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96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2EA039-15B4-48B0-BB03-A6615374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9709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Valider les I/O avec Pydantic (contrat du module 22)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F7542FE-4980-4B69-83F3-A3F67358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4690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572EE3-391F-4153-8EB3-88033F3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194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6727AAD-D736-47FA-9ADE-DD2A9B7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46904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425"/>
            </a:pPr>
            <a:r>
              <a:rPr sz="1425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Relier API, run MLflow et Model Card à trois niveaux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48CFDFF-E6B6-4543-B2E9-30694E1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57B7A9A-16F2-43DF-80D8-12305B0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6DBA5408-2A2C-41BF-8D1A-EE2D545E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F2CA79-7EDB-4D99-9E63-8B47D208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03F7275-E2B6-4C08-9C51-55EED115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543DC45-DA7D-4C3D-8740-A85E9C1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36E0C7-2EBC-456E-B598-D349E94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5E46DEF-1624-4C11-A7EA-DE89C56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0ED5DA30-CD7B-4579-8E34-8EBD0CB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B3AC1F8-3765-4DA2-BF3C-AC3FCB2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3E5493B-33ED-4BF0-B158-918C52E8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08403DEC-C926-4DB3-8D07-97E27D18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0EE0DB8-5510-418A-8312-B1D14CF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1C0F073-689C-4149-AC2A-53F16327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E5080DF3-2687-4357-BC16-689D29A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568BC22-31C6-42BB-A843-D52F4210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275"/>
            </a:pPr>
            <a:r>
              <a:rPr sz="1275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contrat 200/401/422 · Model Card métier/maintenance/AI Act traçable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831AC50D-1FCD-4CB6-9D1F-641F7C2B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D339000-4DAA-4EF6-97C3-354A1A6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50677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E5503F-A7FE-4FD5-8CAE-330982A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98B0B5-C912-4390-89BC-531337F9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B67298-EF5E-48DC-AFB9-3B7C614D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85A91EC-5F2E-427C-AE07-26550CE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25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86C558-7A80-4147-AA8F-E3A425F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68441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2C7433-7CEE-40A7-AA4D-96977A25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1BB302F-9CCF-479F-B263-0929EF1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45CA1B-C845-40B5-A508-14C9670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30B134-9AA9-461A-9783-9998740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La supervision de l'atelier veut interroger ton modèle depuis son propre logiciel. Tu ne vas pas leur envoyer un notebook : tu exposes une URL qui répond en JSON.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ED0F20C-D456-4080-BE92-2B7B4DA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62E6B9-3C21-47A3-92E2-18BDB5DC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7B4926-0024-46F7-B836-0DB6E53A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API ouverte sans contrat expose le modèle à des usages détournés. Définir le schéma (Pydantic) borne ce qui entre et ce qui sort.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B4FA0F-C80B-4CFA-9DBB-3BFA4EE6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2796043-1DDE-4389-8734-63059844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20378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5C87DC-39DD-4A3A-A7AD-70CCC40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686BC07-34EE-493B-9424-E2F15829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13A994-4D39-464A-8549-3C3BC3A8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DD1604C-3006-4B85-940E-EE02C09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un modèle est inutilisable s'il reste dans un script. Pourquoi : on l'EXPOSE en service que d'autres systèmes peuvent appeler.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A685B1A-B5A5-4035-A1FC-8F061BF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77C436-A26A-465C-A025-A00B65F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FastAPI : framework d'API web rapide, avec doc /docs automatique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A9BE5CE-6799-4009-8CF0-00021E9F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94384C2-9653-48C0-9ED0-42E1C8AD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Pydantic : valide et type les entrées/sorties (contrat I/O)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71569B2-0EFE-45D3-B56F-7135FAD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3F2849-2D19-41B9-A939-D5377F8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Uvicorn : le serveur qui fait tourner l'API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69AEF891-10DF-4520-910D-F80E467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1DF70C-B9D5-4571-BC20-651E581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REST / HTTP : verbes + codes de retour (200, 401, 422, 503)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7C6BF5B-6ECD-4A90-8FAC-28B98EB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1297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C97956-FC0B-40A6-871B-A0BBF37B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200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/health : sonde de vie pour savoir si le service répond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BA346F8-B0C5-443C-9414-C0EE024B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0D1C4FC-6B05-4486-B7D9-27260F3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63CF8B6-F289-4ADD-851A-AEEF5936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696712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endpoint /predict-tabular qui répond proprement, documenté et testé.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36157EB-AA2E-4E62-BB92-6A638D3B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91EF77E-C194-4522-BDB7-D9D26DF6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988252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6EB507-4C3A-4769-BEF6-5775DDBB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15DA97A-FFC6-4FAE-BD38-8B68CF60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154807F-4C69-400C-AD48-3B259400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Une API, c'est un contrat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2DDA68-E554-4930-BE33-8ADAACA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Une API expose le modèle via des endpoints au comportement prévisible : entrées, sorties, erreurs.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FCBEC25-BA72-4F81-BC41-2E5E8F5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7F6B67-6657-437D-B897-74FF45C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client + clé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0C4033-C13E-4A76-A758-A9796678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68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87C2241-4137-419B-9687-B7360BFE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80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0A28447-836D-47BB-8FEF-253754B0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320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FastAPI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4DA95B-277D-4ED6-AB9B-B899D82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001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8BAEC92-A5B7-4A82-9F45-4CC44E16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201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E72AD5-CFE2-4583-BDDE-8794E4E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641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Pydantic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B39ED0-BA75-4989-B7E0-6EDBD9A2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32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CD3C1A0-0534-4F5D-9E6C-34C19EC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22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8961564-75E9-44E8-8780-BB344F46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962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modèle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DFD957A-41F4-4460-83BB-E1D92A9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64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4CDFE3A-58A0-46FA-B3F6-AC49F6D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8843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22DDBB-92C6-4EA6-9A0E-C4865460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283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proba_panne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48DDF5F-1DE6-45C2-B0E8-1FF3A787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205D4DA-7DFA-4840-A08E-2F90631E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B0AF009-7D73-4089-A824-B1ECCDF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FAA1E6-64A9-4CE4-A660-D2E2B535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A240B6-A161-418A-BC48-06C80623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REST = style d'API sur HTTP. Endpoint = une URL+verbe. Pydantic valide et documente. Swagger/OpenAPI = doc auto (/docs).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0F5A63E-400C-4BEE-A7B6-5ACFACF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29312DB-1872-4FED-A3F1-C150484F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C03EE22-2354-4B42-83E0-61E44E4D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12E5552-A3BB-465F-AFAE-328726BC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B3CFF07-0DE8-4CD6-B4C2-2A659D7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FastAPI génère tout seul la doc interactive /docs depuis tes schémas : la doc ne peut pas mentir, elle dérive du code.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9195CBC-6032-443B-B4CD-18C5604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2FBB698-9C85-4B01-8761-C9D424A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Codes HTTP : 200 ok · 401 auth · 422 validation · 503 pas prêt.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F0607C3-3526-4A7C-981C-C02789DF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72A3192-4E5B-437D-9C76-003E9AD7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35893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C01B4C-7F3A-4071-A287-89BD3762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2365BEC-FC8E-410A-A5E3-981C2E83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D33FD5-DD82-4075-90B2-885D62D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/health vs /ready : vivant n'est pas prêt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FA50AE-1511-4E95-84C7-0557C245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/health dit « le process tourne » (liveness) ; /ready dit « le modèle est chargé » (readiness).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654A08B-FA4A-4042-A461-43DE778D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74FA41D-D30E-4DA6-B998-D4A616D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2783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/health — liveness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8E63D2E-2116-4964-B483-E773F00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0233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751422-2C48-4740-8EAF-F840E32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9319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process tourne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304B783B-42F2-41F4-9086-4A0E35FD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4805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EE8602-D966-4277-A969-E3C2317B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3891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toujours 200 si l'API est up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E929352-3FBF-4AC6-B6ED-BBC6A1CF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650" y="2971800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D98F22-E59F-48C9-82C2-359EDED9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322783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/ready — readiness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BC1153A-A4DF-42EA-BEFB-FBE596E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0233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F0CB51C-B7AD-4235-884F-7D5500D2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39319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modèle est chargé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EF27E09B-22BB-4004-AC1D-A158912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4805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F6DC0C6-1313-4B91-B8F6-FBAB50B2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43891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503 tant qu'aucun modèle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F527CA2-C2F4-4021-BF2B-D595EF96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81228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31B0470-75A9-4259-9688-5BC4FE02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70134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A5BEE86-504F-4B0C-B0B7-CEE323A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9860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170125A-0DE6-46BC-A48E-C911322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70500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25B3720-6824-445F-97F0-A51A053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65352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modèle se charge UNE fois au démarrage (lifespan), jamais à chaque requête (sinon latence catastrophique).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BD0BCED-3715-4344-BFBB-C18C4B65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81228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032045B6-A9EB-4A59-B87A-0640553F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70134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345878A-4268-47B8-8A7B-3D478508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9860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3496C1C-A7B4-4B7E-A07C-3244E512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70500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8D56722-7DB2-4D82-BEF5-6F4ACEE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65352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/health et /ready, c'est pareil. » FAUX : un service peut être vivant mais pas prêt (modèle en cours de chargement).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2EDD4608-CC4C-4924-A6A1-A9A4FF8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876EBD2-66AE-48E8-8E34-9F0B283D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L'orchestrateur ne route le trafic que vers les instances prêtes.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1815CAD-A1CD-442E-9551-DF6F569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CA69C32-220F-43A1-B953-16ADE16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5458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BC5DDB-ECD4-40FD-B258-B9CF209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6917F85-CB13-4108-A808-AE17D745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A9FE74-25D2-4A97-AAE2-D1216CC5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Codes HTTP &amp; traçabilité du modèle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45CB62-79CD-4E8E-9968-888F1559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575"/>
            </a:pPr>
            <a:r>
              <a:rPr sz="1575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Request-id pour la requête ; version et Model Card pour le modèle servi.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D3A6D084-B607-4C45-BE53-FD7F460B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4AB495-759B-41E4-9A0A-F20D6B97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401 (auth) ≠ 422 (validation) ≠ 503 (indispo) : choisir le code juste est un acte de design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B6D6D89-C651-4608-9883-7DAE9132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3924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A2D0799-66A1-4401-9D65-20AD950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8269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500"/>
            </a:pPr>
            <a:r>
              <a:rPr sz="15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model_version + run_id MLflow réel — sinon la mention explicite « à produire »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CF68E2F-94E5-4781-897D-CA672E9D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32504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8B2EC962-A8B1-43A6-A386-5F4443C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2336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DDD1FF-521B-41F4-89BA-A4F5AB0A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2062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D3389F9-C5D8-42E0-B72E-305519B4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270248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9FEB47C-6099-499F-9142-674C7FE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873752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client envoie M-7 ? Normalise au bord (M-7 → MACH-07) : on accepte l'hétérogène sans polluer la logique interne.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FE7E1EC-3592-4BFB-B91C-E9AF8870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032504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870D0C20-094F-4DE8-A921-FB95A15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2336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F11323-0CB4-482F-B6DC-26ED14CE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2062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3879143-8F2E-4F04-8E32-E25D941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270248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1C09FB8-EC0A-4395-A953-4D7CDD75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873752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Sans clé → 401 ; historique trop court → 422 ; modèle absent → 503 ; requête correcte → 200 + proba_panne.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05EACD3-DC7E-49BD-9ECE-655DF8BB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8AA24C-B993-4BB8-82D0-3E347F83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350"/>
            </a:pPr>
            <a:r>
              <a:rPr sz="135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Requête suivie par request-id ; modèle suivi par sa Model Card.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C8C57D6-0AD7-4797-9CAA-EB84DB06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7285532-AC79-49DA-AC0E-02C09F4F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4292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635C38-70CC-4BFA-9394-1B9DF69C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902E089-3232-4686-9D51-EECA2B2D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76DFAD-FBC1-4200-AF35-01D81C43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contrat de l'API, en vrai (squelette)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2E6FD3-3A90-479A-869C-A325E941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Quatre routes, un contrat porté par Pydantic, des codes HTTP qui disent ce qui s'est passé.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2C2A787-842C-4F41-A036-716E2A1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79FC77-F55F-43A8-AC80-E44C9F4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578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GET  /health          -&gt; 200 {"status":"ok"}            # liveness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GET  /ready           -&gt; 200 {model_version} | 503        # readiness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POST /predict-tabular -&gt; 200 {proba_panne, decision, ...}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  X-API-Key requis (sinon 401) ; readings: min 7 (sinon 422)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class TabularPredictionRequest(BaseModel):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machine_id: str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readings: list[SensorReading] = Field(..., min_length=7)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8ED1748-71C4-4BDF-A85A-625AE412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2356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FCE71A7-23FB-4558-8218-FE36E454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8247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ED0CFC3-BDCA-4020-A886-9D7B5B9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79729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EC5991C-BB60-4C36-85E2-8FC848B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86130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FD5D5AB-D1B3-4187-9CF9-3B91E0D3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46480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require_api_key -&gt; 401 si clé absente OU invalide (pas 422). Le middleware request-id ajoute X-Request-ID à chaque requête.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3896752-7443-4D16-A5A8-DCDB6371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62356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5EAD45B-E317-4DA6-B519-7CEF4B6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8247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CE83363-0218-4925-8119-F0AED2D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79729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07C09CB-1FAF-4F58-9FE8-70B3EE27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86130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38C82B-BED6-4D03-B51F-8E541296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46480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FastAPI génère /docs (Swagger) depuis ces schémas : la doc est dérivée du code, elle ne peut pas mentir.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8638542-16AE-4B98-9CB0-3A22BCB1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2CB8B7-0ADF-4821-90A7-5334344C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contrat testé (200/401/422/503), c'est la preuve de la compétence C7.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D3E93FB-B708-420F-8C9B-2B1AF6CD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9F5EEFE-A1D6-414B-A2EA-830E2B1A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57293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EE516A-2340-4F74-87F1-93640F82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72EE322-0AD6-41DE-8C7C-38AD4AF9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414500-7C41-41C6-877F-5B7C79DE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7DACBC7-33D2-40AA-9FEB-7824E909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42C06B-2F4D-4949-8ED8-9747B5B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endpoint est une porte d'action : /predict, /health.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45801F92-7A62-454A-A0E2-75DCB9E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09C76F-C9F5-49BF-9668-E495F73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Pydantic valide les entrées et rejette ce qui ne respecte pas le contrat.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5F4CAFE-E959-4F87-8639-DAACA58C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7A2D43B-727A-47C6-AFF4-AA0F3444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/docs documente l'API automatiquement.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7C0F101-9222-417B-8836-98544C26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5E8460-2333-41B0-8B4E-5278FDB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54755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404C55-0C5A-437F-9894-66A0FFDA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4F7F88-3B15-412D-BC23-C345967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5ED315-0D25-4D97-8E26-B081A20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04A9967-1289-4386-A0D8-DE913DE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25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ABE5154-7BB9-444F-90B8-94C81A1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652364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BB2A7A-7A35-48E6-A5E7-5593DEFE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999ABEE-6FC7-422D-857C-EFF2E8DF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9AB56E-98C3-482A-92B2-5F3DE22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endpoints &amp; schémas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6377145-8888-4EF1-AF6B-EFB6BC22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6B2E78-FFF8-4D86-AC61-64C8E5AA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requête type (payload.json)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POST /predict-tabular   + header X-API-Key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{ "machine_id":"MACH-07", "readings":[ {timestamp,temperature,pressure_bar} ] }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6D72097-14F6-47BD-90E3-41321D8F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3568D3-CDC7-4341-B856-543644B4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3A90AAC-494D-4812-B0D7-31044FFD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Normalisation au bord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client peut envoyer M-7 / MACH_07 → normalize_machine_id côté API.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0A4CA60-A755-440F-9368-E6D6CF1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D8A4A4-3158-4338-8E44-6BAB7306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61686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07BF33-A4CA-4E8B-BF6C-902242EB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C35974D-20E6-41DC-956F-69C60CDC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5802969-0B0A-4FC3-BA88-CA392100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tester avec TestClient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54F61C8-9DA3-4403-96A7-636F73B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E2E247-EE9A-4EBA-8BB0-CDC5DA12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921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425"/>
            </a:pPr>
            <a:r>
              <a:rPr sz="14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pytest tests/test_api.py -q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425"/>
            </a:pPr>
            <a:r>
              <a:rPr sz="1425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acquis : /health 200 · sans clé 401 · historique court 422 · prédiction 200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425"/>
            </a:pPr>
            <a:r>
              <a:rPr sz="1425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/ready 503 : non acquis tant que le test dédié n'existe pas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C35FBF4-ADA6-4C9D-A156-431F3556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63239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081A09-C218-4956-BF1D-8DA974B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63239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52400E8-43A4-448D-B086-CEED49D8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154679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425"/>
            </a:pPr>
            <a:r>
              <a:rPr sz="1425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/docs · /health 200 · prédiction 200 · 401 sans clé · 422 historique court.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D13923-377B-4D59-9019-66CA538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AC0988-A1DD-4BF5-9CD5-0B9F911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3332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CC65B8-A19E-429C-A194-ED484879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867E088-7D04-44F9-8C9D-1BE04BD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1C49A26-9992-450C-9978-0585F22D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7EBA4A8-5028-4615-A7AB-16605141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25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A631C1-8D73-42BF-94EB-78CB032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047253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F94EB6-9CCC-4FDE-819C-120C8E35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74A6E40-3B65-41A2-B7AD-9B076D4E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C232756-BB24-438F-8322-494FC8B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Model Card — trois niveaux, preuves réelles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775A78-BDFF-45F2-818D-7C0DE9FB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725"/>
            </a:pPr>
            <a:r>
              <a:rPr sz="1725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Produisez docs/model_card.md, puis validez la preuve attendue.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0993B34-3FA3-48B2-B99A-BB054D4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9821F4-CACA-4103-BBC5-BF43B86C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575"/>
            </a:pPr>
            <a:r>
              <a:rPr sz="1575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Métier — finalité, décision assistée, limites et supervision humaine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BC678F3-3DE6-419E-96AB-90B2FEC4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48302E-99B8-45B2-858C-CA3E2AED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425"/>
            </a:pPr>
            <a:r>
              <a:rPr sz="1425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Technique / maintenance — version, données, métriques, seuil, coût, run_id réel ou « à produire »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C60303C-60BC-4C96-BA10-86BE278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1CFC2DB2-C798-40E6-BD08-CD253E9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DC08A1-C6C4-44B6-ACCE-81D8004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8E915-6737-445A-BD54-135E92B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  <a:defRPr sz="1575"/>
            </a:pPr>
            <a:r>
              <a:rPr sz="1575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Conformité AI Act &amp; benchmark distinct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CF4503-9B08-45AC-9944-83AF0E13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200"/>
            </a:pPr>
            <a:r>
              <a:rPr sz="12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Usage, risques et traçabilité ; classe « à confirmer ». Marine ≠ apprenant : XGB 24 h · seuil ≈0,41 · PR-AUC ≈0,62 · prévalence 16,6 % ; coût frugal 0,158 vs lourd 0,352 gCO₂e.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2AA8338-0494-4AD9-AFB3-5990F876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13601C-91CA-4997-B86A-B65C3A56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862709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7E8D43-0453-4602-84EF-7762CCBC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680995E-C286-4555-B4C0-4D47B834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D77190-6F83-4F38-AE8D-1D657436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5F12447-9126-4176-BCFA-E18A7420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3D642A-72C2-437D-B212-687CFA7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500"/>
            </a:pPr>
            <a:r>
              <a:rPr sz="15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API testée 200/401/422 + Model Card trois niveaux sans preuve inventée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FCA22D4-B7E8-414E-8069-4994756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C28AC8-64F2-4C6E-B40A-361D6FB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8946D42-0324-4534-89E8-AA4AA70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26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service est exposé : on modélise les menaces et on le durcit.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67273F-2BC2-4634-B61F-CACA9D0F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EE864F-1B62-4CBB-A34D-984C14F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2872903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2026-08-24T07:13:04.1770000Z</dcterms:created>
  <dcterms:modified xsi:type="dcterms:W3CDTF">2026-08-24T07:13:04.1770000Z</dcterms:modified>
</coreProperties>
</file>