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e1f9cfcc4d4157" /><Relationship Type="http://schemas.openxmlformats.org/officeDocument/2006/relationships/extended-properties" Target="/docProps/app.xml" Id="R161fdb0841954abf" /><Relationship Type="http://schemas.openxmlformats.org/officeDocument/2006/relationships/officeDocument" Target="/ppt/presentation.xml" Id="R60bd72f873c94e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c72a44fee142be"/>
  </p:sldMasterIdLst>
  <p:notesMasterIdLst>
    <p:notesMasterId xmlns:r="http://schemas.openxmlformats.org/officeDocument/2006/relationships" r:id="Rb8ad29e833a64e1a"/>
  </p:notesMasterIdLst>
  <p:sldIdLst>
    <p:sldId xmlns:r="http://schemas.openxmlformats.org/officeDocument/2006/relationships" id="256" r:id="R70c1046fde704fc4"/>
    <p:sldId xmlns:r="http://schemas.openxmlformats.org/officeDocument/2006/relationships" id="257" r:id="R5e9fc073ed0949b0"/>
    <p:sldId xmlns:r="http://schemas.openxmlformats.org/officeDocument/2006/relationships" id="258" r:id="Rc4aa23821b764117"/>
    <p:sldId xmlns:r="http://schemas.openxmlformats.org/officeDocument/2006/relationships" id="259" r:id="Rc83c1707b4664300"/>
    <p:sldId xmlns:r="http://schemas.openxmlformats.org/officeDocument/2006/relationships" id="260" r:id="R3d61c9e9e45e4e4d"/>
    <p:sldId xmlns:r="http://schemas.openxmlformats.org/officeDocument/2006/relationships" id="261" r:id="Racff423dfb4e4e9a"/>
    <p:sldId xmlns:r="http://schemas.openxmlformats.org/officeDocument/2006/relationships" id="262" r:id="Ra751b6a158714398"/>
    <p:sldId xmlns:r="http://schemas.openxmlformats.org/officeDocument/2006/relationships" id="263" r:id="R9068b57713934d3b"/>
    <p:sldId xmlns:r="http://schemas.openxmlformats.org/officeDocument/2006/relationships" id="264" r:id="R1c82ec0c0e924840"/>
    <p:sldId xmlns:r="http://schemas.openxmlformats.org/officeDocument/2006/relationships" id="265" r:id="R6118761abf4946ad"/>
    <p:sldId xmlns:r="http://schemas.openxmlformats.org/officeDocument/2006/relationships" id="266" r:id="Rdd5f65d437af4228"/>
    <p:sldId xmlns:r="http://schemas.openxmlformats.org/officeDocument/2006/relationships" id="267" r:id="R88e4b89d62a34db2"/>
    <p:sldId xmlns:r="http://schemas.openxmlformats.org/officeDocument/2006/relationships" id="268" r:id="R4a00b19c11774b47"/>
    <p:sldId xmlns:r="http://schemas.openxmlformats.org/officeDocument/2006/relationships" id="269" r:id="Rf1ca76afcef94953"/>
    <p:sldId xmlns:r="http://schemas.openxmlformats.org/officeDocument/2006/relationships" id="270" r:id="Re0612afbf0aa47e1"/>
    <p:sldId xmlns:r="http://schemas.openxmlformats.org/officeDocument/2006/relationships" id="271" r:id="Ra78a8845e5864153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229040b8e44ed" /><Relationship Type="http://schemas.openxmlformats.org/officeDocument/2006/relationships/slideMaster" Target="/ppt/slideMasters/slideMaster1.xml" Id="R53c72a44fee142be" /><Relationship Type="http://schemas.openxmlformats.org/officeDocument/2006/relationships/notesMaster" Target="/ppt/notesMasters/notesMaster1.xml" Id="Rb8ad29e833a64e1a" /><Relationship Type="http://schemas.openxmlformats.org/officeDocument/2006/relationships/presProps" Target="/ppt/presProps.xml" Id="R2d55aa9852a94d05" /><Relationship Type="http://schemas.openxmlformats.org/officeDocument/2006/relationships/viewProps" Target="/ppt/viewProps.xml" Id="R8242413b57f24198" /><Relationship Type="http://schemas.openxmlformats.org/officeDocument/2006/relationships/tableStyles" Target="/ppt/tableStyles.xml" Id="R75aaae61c13e479f" /><Relationship Type="http://schemas.openxmlformats.org/officeDocument/2006/relationships/slide" Target="/ppt/slides/slide1.xml" Id="R70c1046fde704fc4" /><Relationship Type="http://schemas.openxmlformats.org/officeDocument/2006/relationships/slide" Target="/ppt/slides/slide2.xml" Id="R5e9fc073ed0949b0" /><Relationship Type="http://schemas.openxmlformats.org/officeDocument/2006/relationships/slide" Target="/ppt/slides/slide3.xml" Id="Rc4aa23821b764117" /><Relationship Type="http://schemas.openxmlformats.org/officeDocument/2006/relationships/slide" Target="/ppt/slides/slide4.xml" Id="Rc83c1707b4664300" /><Relationship Type="http://schemas.openxmlformats.org/officeDocument/2006/relationships/slide" Target="/ppt/slides/slide5.xml" Id="R3d61c9e9e45e4e4d" /><Relationship Type="http://schemas.openxmlformats.org/officeDocument/2006/relationships/slide" Target="/ppt/slides/slide6.xml" Id="Racff423dfb4e4e9a" /><Relationship Type="http://schemas.openxmlformats.org/officeDocument/2006/relationships/slide" Target="/ppt/slides/slide7.xml" Id="Ra751b6a158714398" /><Relationship Type="http://schemas.openxmlformats.org/officeDocument/2006/relationships/slide" Target="/ppt/slides/slide8.xml" Id="R9068b57713934d3b" /><Relationship Type="http://schemas.openxmlformats.org/officeDocument/2006/relationships/slide" Target="/ppt/slides/slide9.xml" Id="R1c82ec0c0e924840" /><Relationship Type="http://schemas.openxmlformats.org/officeDocument/2006/relationships/slide" Target="/ppt/slides/slide10.xml" Id="R6118761abf4946ad" /><Relationship Type="http://schemas.openxmlformats.org/officeDocument/2006/relationships/slide" Target="/ppt/slides/slide11.xml" Id="Rdd5f65d437af4228" /><Relationship Type="http://schemas.openxmlformats.org/officeDocument/2006/relationships/slide" Target="/ppt/slides/slide12.xml" Id="R88e4b89d62a34db2" /><Relationship Type="http://schemas.openxmlformats.org/officeDocument/2006/relationships/slide" Target="/ppt/slides/slide13.xml" Id="R4a00b19c11774b47" /><Relationship Type="http://schemas.openxmlformats.org/officeDocument/2006/relationships/slide" Target="/ppt/slides/slide14.xml" Id="Rf1ca76afcef94953" /><Relationship Type="http://schemas.openxmlformats.org/officeDocument/2006/relationships/slide" Target="/ppt/slides/slide15.xml" Id="Re0612afbf0aa47e1" /><Relationship Type="http://schemas.openxmlformats.org/officeDocument/2006/relationships/slide" Target="/ppt/slides/slide16.xml" Id="Ra78a8845e58641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0956ff4311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2c33264314894" /><Relationship Type="http://schemas.openxmlformats.org/officeDocument/2006/relationships/notesMaster" Target="/ppt/notesMasters/notesMaster1.xml" Id="Rccac4447796e47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ef63ff506c40b2" /><Relationship Type="http://schemas.openxmlformats.org/officeDocument/2006/relationships/notesMaster" Target="/ppt/notesMasters/notesMaster1.xml" Id="Rd6a5a15e845742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fa418658e343eb" /><Relationship Type="http://schemas.openxmlformats.org/officeDocument/2006/relationships/notesMaster" Target="/ppt/notesMasters/notesMaster1.xml" Id="Ra89e8d4ec6ba4f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15cb0e44aa4905" /><Relationship Type="http://schemas.openxmlformats.org/officeDocument/2006/relationships/notesMaster" Target="/ppt/notesMasters/notesMaster1.xml" Id="R42f4d9a08e5440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5b0c6b9ef943c0" /><Relationship Type="http://schemas.openxmlformats.org/officeDocument/2006/relationships/notesMaster" Target="/ppt/notesMasters/notesMaster1.xml" Id="R8c783dcb32274b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a1ea32285b413a" /><Relationship Type="http://schemas.openxmlformats.org/officeDocument/2006/relationships/notesMaster" Target="/ppt/notesMasters/notesMaster1.xml" Id="R4bec643466664d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e768dd064f4241" /><Relationship Type="http://schemas.openxmlformats.org/officeDocument/2006/relationships/notesMaster" Target="/ppt/notesMasters/notesMaster1.xml" Id="Rb55f8524a63b40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0e5d53d73f4762" /><Relationship Type="http://schemas.openxmlformats.org/officeDocument/2006/relationships/notesMaster" Target="/ppt/notesMasters/notesMaster1.xml" Id="Rc954e560025f43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23d1f1d46b41aa" /><Relationship Type="http://schemas.openxmlformats.org/officeDocument/2006/relationships/notesMaster" Target="/ppt/notesMasters/notesMaster1.xml" Id="Rb56899a9aa234b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8d9f0bae3a445b" /><Relationship Type="http://schemas.openxmlformats.org/officeDocument/2006/relationships/notesMaster" Target="/ppt/notesMasters/notesMaster1.xml" Id="Raa9716f7ad1943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68df0b6dd3410f" /><Relationship Type="http://schemas.openxmlformats.org/officeDocument/2006/relationships/notesMaster" Target="/ppt/notesMasters/notesMaster1.xml" Id="Rd4db30bf14e140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eeaf71fb3a417c" /><Relationship Type="http://schemas.openxmlformats.org/officeDocument/2006/relationships/notesMaster" Target="/ppt/notesMasters/notesMaster1.xml" Id="Rb0f9a7b908cc48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f325b390b04855" /><Relationship Type="http://schemas.openxmlformats.org/officeDocument/2006/relationships/notesMaster" Target="/ppt/notesMasters/notesMaster1.xml" Id="Rd06e75f427db44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7eac307ae84fe7" /><Relationship Type="http://schemas.openxmlformats.org/officeDocument/2006/relationships/notesMaster" Target="/ppt/notesMasters/notesMaster1.xml" Id="R2c35117c612e45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c3579056464ef0" /><Relationship Type="http://schemas.openxmlformats.org/officeDocument/2006/relationships/notesMaster" Target="/ppt/notesMasters/notesMaster1.xml" Id="R68f1278ec30540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565c7fd87b4b3e" /><Relationship Type="http://schemas.openxmlformats.org/officeDocument/2006/relationships/notesMaster" Target="/ppt/notesMasters/notesMaster1.xml" Id="Rcc1e3a616a4a4d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010928d9240de" /><Relationship Type="http://schemas.openxmlformats.org/officeDocument/2006/relationships/image" Target="/ppt/media/image.png" Id="Rd21b8ec9f7bb4a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3305203c74ec0" /><Relationship Type="http://schemas.openxmlformats.org/officeDocument/2006/relationships/image" Target="/ppt/media/image2.png" Id="Rab34250ab71347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9059f4e844159" /><Relationship Type="http://schemas.openxmlformats.org/officeDocument/2006/relationships/image" Target="/ppt/media/image3.png" Id="Rc48f490fb0b54c8e" /><Relationship Type="http://schemas.openxmlformats.org/officeDocument/2006/relationships/image" Target="/ppt/media/image4.png" Id="R5687a63f21224e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dea66ea4a4ee1" /><Relationship Type="http://schemas.openxmlformats.org/officeDocument/2006/relationships/image" Target="/ppt/media/image5.png" Id="R2e8d95e1999d4d04" /><Relationship Type="http://schemas.openxmlformats.org/officeDocument/2006/relationships/image" Target="/ppt/media/image4.png" Id="R0656c8ea6e8e4782" /><Relationship Type="http://schemas.openxmlformats.org/officeDocument/2006/relationships/image" Target="/ppt/media/image6.png" Id="R8624f756d3814f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7f8d7a5c4484f" /><Relationship Type="http://schemas.openxmlformats.org/officeDocument/2006/relationships/image" Target="/ppt/media/image5.png" Id="R4eca0b651c714268" /><Relationship Type="http://schemas.openxmlformats.org/officeDocument/2006/relationships/image" Target="/ppt/media/image4.png" Id="Rad1efc459e6f4306" /><Relationship Type="http://schemas.openxmlformats.org/officeDocument/2006/relationships/image" Target="/ppt/media/image6.png" Id="R0c9dd6252dff47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6d2644f8043c3" /><Relationship Type="http://schemas.openxmlformats.org/officeDocument/2006/relationships/image" Target="/ppt/media/image5.png" Id="R6bc3dda3b4664ebf" /><Relationship Type="http://schemas.openxmlformats.org/officeDocument/2006/relationships/image" Target="/ppt/media/image4.png" Id="R4c5032c4b6464396" /><Relationship Type="http://schemas.openxmlformats.org/officeDocument/2006/relationships/image" Target="/ppt/media/image6.png" Id="Re7b66cac4d9f4fe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1e900a21e454d" /><Relationship Type="http://schemas.openxmlformats.org/officeDocument/2006/relationships/image" Target="/ppt/media/image5.png" Id="R0ff0450510074289" /><Relationship Type="http://schemas.openxmlformats.org/officeDocument/2006/relationships/image" Target="/ppt/media/image4.png" Id="R093627462a4b4399" /><Relationship Type="http://schemas.openxmlformats.org/officeDocument/2006/relationships/image" Target="/ppt/media/image6.png" Id="R251e29eb11214b3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26ba3e6ae47ef" /><Relationship Type="http://schemas.openxmlformats.org/officeDocument/2006/relationships/image" Target="/ppt/media/image5.png" Id="R0ed7726a9efd4a15" /><Relationship Type="http://schemas.openxmlformats.org/officeDocument/2006/relationships/image" Target="/ppt/media/image4.png" Id="R9fcbb04c394c4cc4" /><Relationship Type="http://schemas.openxmlformats.org/officeDocument/2006/relationships/image" Target="/ppt/media/image6.png" Id="Rd1af2ba842c24e9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20d4bffe34d80" /><Relationship Type="http://schemas.openxmlformats.org/officeDocument/2006/relationships/image" Target="/ppt/media/image7.png" Id="R224f1bb1c0774f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1aea9ca8d40f1" /><Relationship Type="http://schemas.openxmlformats.org/officeDocument/2006/relationships/image" Target="/ppt/media/image8.png" Id="Rcb4b63994308475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14d3d96b148f3" /><Relationship Type="http://schemas.openxmlformats.org/officeDocument/2006/relationships/image" Target="/ppt/media/image9.png" Id="R8951ae7fe8b546f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0fa0109074fb4" /><Relationship Type="http://schemas.openxmlformats.org/officeDocument/2006/relationships/image" Target="/ppt/media/image10.png" Id="Re10286e7cc3449d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d85b4f950470b" /><Relationship Type="http://schemas.openxmlformats.org/officeDocument/2006/relationships/image" Target="/ppt/media/image11.png" Id="Rea74c67ee337414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4af9039e34cac" /><Relationship Type="http://schemas.openxmlformats.org/officeDocument/2006/relationships/image" Target="/ppt/media/image12.png" Id="R4a34fe6bcf7f48c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3f85fb0414753" /><Relationship Type="http://schemas.openxmlformats.org/officeDocument/2006/relationships/image" Target="/ppt/media/image13.png" Id="R35e2e252889148f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ba439ed06417f" /><Relationship Type="http://schemas.openxmlformats.org/officeDocument/2006/relationships/image" Target="/ppt/media/image2.png" Id="R5c8f576de0ae4a5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d5d083ce74afe" /><Relationship Type="http://schemas.openxmlformats.org/officeDocument/2006/relationships/image" Target="/ppt/media/image14.png" Id="Rc0b54dbc2ad547bc" /><Relationship Type="http://schemas.openxmlformats.org/officeDocument/2006/relationships/image" Target="/ppt/media/image15.png" Id="R50ca9415ed644608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d21b8ec9f7bb4a0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ab34250ab71347e6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c48f490fb0b54c8e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7a63f21224e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2e8d95e1999d4d04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6c8ea6e8e47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4f756d3814f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4eca0b651c714268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efc459e6f43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dd6252dff47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6bc3dda3b4664ebf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032c4b64643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66cac4d9f4f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0ff0450510074289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627462a4b4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e29eb11214b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0ed7726a9efd4a15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bb04c394c4c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f2ba842c24e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224f1bb1c0774fc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cb4b63994308475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8951ae7fe8b546f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e10286e7cc3449d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ea74c67ee337414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4a34fe6bcf7f48c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35e2e252889148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5c8f576de0ae4a58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c0b54dbc2ad547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a9415ed6446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95c9314a3e4f6a" /><Relationship Type="http://schemas.openxmlformats.org/officeDocument/2006/relationships/slideLayout" Target="/ppt/slideLayouts/slideLayout1.xml" Id="R0fb1c72f56a9467b" /><Relationship Type="http://schemas.openxmlformats.org/officeDocument/2006/relationships/slideLayout" Target="/ppt/slideLayouts/slideLayout2.xml" Id="R52e3f4b6bda84c85" /><Relationship Type="http://schemas.openxmlformats.org/officeDocument/2006/relationships/slideLayout" Target="/ppt/slideLayouts/slideLayout3.xml" Id="R8f99ba1ac5f0490e" /><Relationship Type="http://schemas.openxmlformats.org/officeDocument/2006/relationships/slideLayout" Target="/ppt/slideLayouts/slideLayout4.xml" Id="Re30221912da64083" /><Relationship Type="http://schemas.openxmlformats.org/officeDocument/2006/relationships/slideLayout" Target="/ppt/slideLayouts/slideLayout5.xml" Id="R280f8b1356c74a1c" /><Relationship Type="http://schemas.openxmlformats.org/officeDocument/2006/relationships/slideLayout" Target="/ppt/slideLayouts/slideLayout6.xml" Id="R8e4cb5e1930245d6" /><Relationship Type="http://schemas.openxmlformats.org/officeDocument/2006/relationships/slideLayout" Target="/ppt/slideLayouts/slideLayout7.xml" Id="Rf88b0a9eba2f4f25" /><Relationship Type="http://schemas.openxmlformats.org/officeDocument/2006/relationships/slideLayout" Target="/ppt/slideLayouts/slideLayout8.xml" Id="Rf53f172e3d0f4a5b" /><Relationship Type="http://schemas.openxmlformats.org/officeDocument/2006/relationships/slideLayout" Target="/ppt/slideLayouts/slideLayout9.xml" Id="R77f11e0bb65b4029" /><Relationship Type="http://schemas.openxmlformats.org/officeDocument/2006/relationships/slideLayout" Target="/ppt/slideLayouts/slideLayout10.xml" Id="Ra253ed197d994c2d" /><Relationship Type="http://schemas.openxmlformats.org/officeDocument/2006/relationships/slideLayout" Target="/ppt/slideLayouts/slideLayout11.xml" Id="R8b1543df2b0045cf" /><Relationship Type="http://schemas.openxmlformats.org/officeDocument/2006/relationships/slideLayout" Target="/ppt/slideLayouts/slideLayout12.xml" Id="R83bfb307b36746fc" /><Relationship Type="http://schemas.openxmlformats.org/officeDocument/2006/relationships/slideLayout" Target="/ppt/slideLayouts/slideLayout13.xml" Id="Re09dcbbb0b154dcd" /><Relationship Type="http://schemas.openxmlformats.org/officeDocument/2006/relationships/slideLayout" Target="/ppt/slideLayouts/slideLayout14.xml" Id="Rfb3b9ef71d6c4eb9" /><Relationship Type="http://schemas.openxmlformats.org/officeDocument/2006/relationships/slideLayout" Target="/ppt/slideLayouts/slideLayout15.xml" Id="R6cdb9cba75424629" /><Relationship Type="http://schemas.openxmlformats.org/officeDocument/2006/relationships/slideLayout" Target="/ppt/slideLayouts/slideLayout16.xml" Id="R622869a7f1154a1e" /><Relationship Type="http://schemas.openxmlformats.org/officeDocument/2006/relationships/slideLayout" Target="/ppt/slideLayouts/slideLayout17.xml" Id="R7ae980c4ef0e463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b1c72f56a9467b"/>
    <p:sldLayoutId xmlns:r="http://schemas.openxmlformats.org/officeDocument/2006/relationships" id="2147483650" r:id="R52e3f4b6bda84c85"/>
    <p:sldLayoutId xmlns:r="http://schemas.openxmlformats.org/officeDocument/2006/relationships" id="2147483651" r:id="R8f99ba1ac5f0490e"/>
    <p:sldLayoutId xmlns:r="http://schemas.openxmlformats.org/officeDocument/2006/relationships" id="2147483652" r:id="Re30221912da64083"/>
    <p:sldLayoutId xmlns:r="http://schemas.openxmlformats.org/officeDocument/2006/relationships" id="2147483653" r:id="R280f8b1356c74a1c"/>
    <p:sldLayoutId xmlns:r="http://schemas.openxmlformats.org/officeDocument/2006/relationships" id="2147483654" r:id="R8e4cb5e1930245d6"/>
    <p:sldLayoutId xmlns:r="http://schemas.openxmlformats.org/officeDocument/2006/relationships" id="2147483655" r:id="Rf88b0a9eba2f4f25"/>
    <p:sldLayoutId xmlns:r="http://schemas.openxmlformats.org/officeDocument/2006/relationships" id="2147483656" r:id="Rf53f172e3d0f4a5b"/>
    <p:sldLayoutId xmlns:r="http://schemas.openxmlformats.org/officeDocument/2006/relationships" id="2147483657" r:id="R77f11e0bb65b4029"/>
    <p:sldLayoutId xmlns:r="http://schemas.openxmlformats.org/officeDocument/2006/relationships" id="2147483658" r:id="Ra253ed197d994c2d"/>
    <p:sldLayoutId xmlns:r="http://schemas.openxmlformats.org/officeDocument/2006/relationships" id="2147483659" r:id="R8b1543df2b0045cf"/>
    <p:sldLayoutId xmlns:r="http://schemas.openxmlformats.org/officeDocument/2006/relationships" id="2147483660" r:id="R83bfb307b36746fc"/>
    <p:sldLayoutId xmlns:r="http://schemas.openxmlformats.org/officeDocument/2006/relationships" id="2147483661" r:id="Re09dcbbb0b154dcd"/>
    <p:sldLayoutId xmlns:r="http://schemas.openxmlformats.org/officeDocument/2006/relationships" id="2147483662" r:id="Rfb3b9ef71d6c4eb9"/>
    <p:sldLayoutId xmlns:r="http://schemas.openxmlformats.org/officeDocument/2006/relationships" id="2147483663" r:id="R6cdb9cba75424629"/>
    <p:sldLayoutId xmlns:r="http://schemas.openxmlformats.org/officeDocument/2006/relationships" id="2147483664" r:id="R622869a7f1154a1e"/>
    <p:sldLayoutId xmlns:r="http://schemas.openxmlformats.org/officeDocument/2006/relationships" id="2147483665" r:id="R7ae980c4ef0e4639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a86ab42f1d448a1" /><Relationship Type="http://schemas.openxmlformats.org/officeDocument/2006/relationships/image" Target="/ppt/media/image15.png" Id="Rff504df629094f6e" /><Relationship Type="http://schemas.openxmlformats.org/officeDocument/2006/relationships/notesSlide" Target="/ppt/notesSlides/notesSlide1.xml" Id="Ra194d14490974d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2423d9e1e47464c" /><Relationship Type="http://schemas.openxmlformats.org/officeDocument/2006/relationships/notesSlide" Target="/ppt/notesSlides/notesSlide2.xml" Id="R8c11285a089043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63aa762986543c7" /><Relationship Type="http://schemas.openxmlformats.org/officeDocument/2006/relationships/notesSlide" Target="/ppt/notesSlides/notesSlide3.xml" Id="R521374e6fffd4e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267cbc468ad4f8d" /><Relationship Type="http://schemas.openxmlformats.org/officeDocument/2006/relationships/notesSlide" Target="/ppt/notesSlides/notesSlide4.xml" Id="Rf63361dc1c4e49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6db109149e94abe" /><Relationship Type="http://schemas.openxmlformats.org/officeDocument/2006/relationships/notesSlide" Target="/ppt/notesSlides/notesSlide5.xml" Id="Raeb404c67f4c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fdf7899710d4e6d" /><Relationship Type="http://schemas.openxmlformats.org/officeDocument/2006/relationships/notesSlide" Target="/ppt/notesSlides/notesSlide6.xml" Id="R189123a51e4746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687187981d84c9b" /><Relationship Type="http://schemas.openxmlformats.org/officeDocument/2006/relationships/notesSlide" Target="/ppt/notesSlides/notesSlide7.xml" Id="Rb754ebc216f442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4abae07c7364b55" /><Relationship Type="http://schemas.openxmlformats.org/officeDocument/2006/relationships/notesSlide" Target="/ppt/notesSlides/notesSlide8.xml" Id="R78df52db797f4f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e57088eba6a433b" /><Relationship Type="http://schemas.openxmlformats.org/officeDocument/2006/relationships/notesSlide" Target="/ppt/notesSlides/notesSlide9.xml" Id="R0ab2cbc56abe48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4665764ef73454a" /><Relationship Type="http://schemas.openxmlformats.org/officeDocument/2006/relationships/notesSlide" Target="/ppt/notesSlides/notesSlide10.xml" Id="R98ee0a6773d94e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707f68344f94e87" /><Relationship Type="http://schemas.openxmlformats.org/officeDocument/2006/relationships/notesSlide" Target="/ppt/notesSlides/notesSlide11.xml" Id="R7c774f7bb21847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64643e224864e42" /><Relationship Type="http://schemas.openxmlformats.org/officeDocument/2006/relationships/notesSlide" Target="/ppt/notesSlides/notesSlide12.xml" Id="Rc18790e5b8b944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6f80388c64248cf" /><Relationship Type="http://schemas.openxmlformats.org/officeDocument/2006/relationships/notesSlide" Target="/ppt/notesSlides/notesSlide13.xml" Id="Ra3b1ceb8fb484f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3daf8ee74dc40e4" /><Relationship Type="http://schemas.openxmlformats.org/officeDocument/2006/relationships/notesSlide" Target="/ppt/notesSlides/notesSlide14.xml" Id="Rda43ffcaaa6442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ffda92dd2b447f9" /><Relationship Type="http://schemas.openxmlformats.org/officeDocument/2006/relationships/notesSlide" Target="/ppt/notesSlides/notesSlide15.xml" Id="R7d57c306f12747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5ee167b3dd5420c" /><Relationship Type="http://schemas.openxmlformats.org/officeDocument/2006/relationships/notesSlide" Target="/ppt/notesSlides/notesSlide16.xml" Id="R5217ff0e644248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54BEF0-6444-4F23-A59E-1AD16096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04df62909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0202CCD-6DED-4836-8314-2DA688E8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6CDFEB2-EB53-4508-9E59-2989956D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27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5701B5-3A53-4008-B846-55085B39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Conteneurisation (Dockerfile)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1B6F5D1-48FD-43BA-8297-323884A8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US3.3 · C6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1BA01CB-6193-4190-9B8F-2CDB2B1C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10836487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A5BE8B-7AEA-48D7-838E-31D19DC7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8D232C7-6A9C-4169-BB31-498A7EA2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79C3605-1C71-4A78-877A-A0C2D422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C13655-02E2-41C9-8E6B-D6012512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71EA9BA-CA73-4F52-84E9-E54A8314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A173E3A-EC8E-49E1-B8A2-0CFA6E01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09AAED1-A6FB-41F9-B865-4D8F3F51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Expliquer images, couches, cache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80A403C-FE45-41F8-9262-461193C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3756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983C18E-D920-47E2-8A01-AA6D6BFB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1012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F25A5FB-60EE-4E64-B31A-73D7B3E9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3756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Écrire un Dockerfile multi-stage (build → runtime mince)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622D6BCA-3756-468C-9743-E000C18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8736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F5B3546-4BAA-44E7-AA19-20A2DCA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993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DF41A4C-F112-4550-9936-B267630E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8736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Durcir : non-root, .dockerignore, HEALTHCHECK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9BA80778-1A48-4B36-A249-D465C223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3717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4896CC2-073D-432A-A37A-C8AA89C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0974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177C875-9AE6-44C5-829A-640C8E9E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83717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Prouver la prédiction en conteneur (Variante A : modèle livré)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96F5248-8E25-4887-A4F2-C06CCC0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E997650-4B5C-4774-B7BA-3EADC57A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85CBBC2-327D-40D6-86B7-5ED4C6D9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54F98CA-682C-45D4-BCDA-C3422222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3CAB648-C4F2-468E-8061-7342BA2A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8866943C-678F-4A61-8417-7AF59D55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7164B9A-2421-4C12-A15C-6EB82E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4C44122-97EF-4811-94AF-51AE1A39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88CF19EC-D332-481D-B983-8739C66E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837C83D-F65B-4F89-9A37-68CD27E9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2595B06-BF05-4C10-8E23-21B82D0C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B94D7A1D-9AA5-4A8F-BCC9-538695C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39C88ED-609C-41D3-AA44-E13370C6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30C86AE-3A21-4E93-AE14-CFE840EE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76330F74-2DAE-408B-893A-A68BB793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1B645A8-78BA-4D96-B15D-F4A8218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run → /health 200 → /ready 200 → /predict-tabular 200 · non-root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3AF1931-C7A6-4116-9B31-C19EA6EB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CB3B309-29FD-4D70-A292-21DC6191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941095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04D696-399C-4DF3-A7B5-68F0723D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F4D2A1D-5E2F-459B-9B1D-FEC1D12C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8621E8-07C2-4908-8E73-C51BC86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32212A7-A203-49D7-A7B4-3D73C085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27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5AB65D-0E44-4F1F-A15F-3300DC4F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165969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7279D8-F05A-47EF-A4CB-2FB7BD04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56978D1-1A2F-4CC0-A81C-BAD46661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AD05CFB-A351-4929-B50C-DC5AEC7F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4AF9F52-5FCC-431D-8B40-162F4AF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« Ça marche chez moi » — mais pas sur le serveur de l'usine. Le conteneur embarque l'application ET son environnement : ça tourne à l'identique partout.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82E07AB-1158-4458-ABAB-F1D4E80E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2EEB6ED-1485-43FA-A06B-5EE05617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2AC0BE4-A3CC-4B34-B0C7-EFEF5BED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image qui s'exécute en root, c'est une faille grande ouverte. On tourne non-root pour réduire la surface d'attaque.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670D4B8-98AC-4416-BA02-DA159E73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8646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7AB7B5-E7C9-489A-A561-4C9B8328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75488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Éco-conception : une image légère (multi-stage) = moins de stockage, des déploiements plus rapides et moins d'énergie.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1AE6CF-26D0-4D4E-8024-07701EC9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8884F3C-057F-47BC-9183-149E3FE1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7450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7EF0747-D759-4649-ABB5-1C0E3FBB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D4F83D4-713C-4B00-8525-32A1503F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FCDB18-F4ED-43B0-95BE-1E4979DD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BE6E742-F2BB-4966-8C58-FE871E89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« ça marche sur ma machine » ne suffit pas. Pourquoi : on fige TOUT l'environnement dans une image déployable à l'identique.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AEF9DB7-3B30-4682-B3C9-D6F0F4F2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14654DE-7222-4569-9329-4236AE13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Docker : empaquette code + dépendances + OS en une image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4270C34-BC87-42A6-AE45-1BE09A46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FF480AC-88F5-4780-BB61-71CF7466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Dockerfile : la recette (couches, cache, build multi-stage)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A4026B8A-E8DA-48E5-8078-199C0B6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F5BE04-282B-4E6A-B159-7CFBBB52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Image slim + non-root : plus légère et plus sûre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35ED264-C4EE-4668-9E2B-C23015EF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ABB753-F2F6-4F76-8D55-48BDE574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.dockerignore : exclut le superflu du contexte de build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F5B564CC-A2EB-408F-B245-23BB875C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1297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602BE85-9FE6-46DA-9768-F05E4192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2005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HEALTHCHECK : l'image sait dire si elle va bien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29653E7-0292-4806-BF8F-15628094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DB61426-D3DE-4E10-B5ED-B026EF19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6A4DC8-20A5-4E0F-B715-C9AE9A21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696712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image légère, non-root, qui démarre l'API partout pareil.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AF6D404-AFFA-419C-86D9-F52D8992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9D57B1E-9AAA-442B-AB39-96DC235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39195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9736A3-2D86-46B9-BCF8-723DDB12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7ABCB8E-048E-4B68-AF03-D88AB735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B5B253-98D4-4596-B152-5C600D4D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Une image = des couches (et un cache)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0768A45-54F6-4555-832C-8BF961D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Une image Docker est un empilement de couches mises en cache ; l'ordre des instructions décide de la vitesse de build.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B05616D-541C-46C0-917D-F64545FE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DA9DA2A-4ED2-4757-BEB5-7E3A929D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pyproject + uv.lock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E25EF2D-0855-4F7F-9CDB-4B19D844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6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AA22A10-1525-4DEE-A419-F01C9D2A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61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3F5368-AD21-4B63-B294-72D3A966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01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install deps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A9B944-3697-4478-A1E3-B1D5121C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6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99FBB8C-2287-4B9E-8350-79320A77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01F6026-7EE6-4866-9892-19D56A2E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802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COPY src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C7EBB94-71E6-4E03-BF4F-ACF3460C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56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24D83D4-8467-4F2F-91B6-6F99D200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7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032103-225B-4ED5-9E5E-358EE907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03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image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4162378-4E45-4310-B5EA-C9924797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9113F96C-9C3B-4B75-8163-1EF18632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80BF031-BFBC-47B5-BE94-D9C8F3E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EC45CE4-1CB3-48AC-84BF-C32CB970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14BD494-D284-430F-84E6-9929FEC3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Image = modèle figé. Conteneur = instance qui tourne. Couche = strate en lecture seule. Cache = réutilisation des couches inchangées.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84A0C9F-EED2-4FEF-B0F8-4D0C25A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362A4689-03AF-4B31-ABED-A3A2EF10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2CF21EC-5C9A-44A3-A02E-6CC82104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≈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3DC6314-D16F-4E26-B77C-1919B6B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L'analogie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6C78703-BD80-4239-9B53-7120730A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cache Docker, c'est précuire la base d'une recette : si la base ne change pas, on ne la refait pas à chaque service.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2338F334-3060-44CD-BE5D-1202F7A4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CA42BD-F870-4602-B8CB-B41E7404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Règle d'or : dépendances d'abord (cache stable), code en dernier.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83EB813-6661-4288-AD4A-673D7040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ED04CC1-07A6-4A28-91CB-2AFD724C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035854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91A4DF-52BB-4F5E-8B36-37B7FFF0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13A6954-5DB4-4CD5-8B3D-0F9886EC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8D579EA-ECE0-42F8-9C80-ADF556D1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Multi-stage : builder gros, livrer mince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3233C39-A105-4915-BA43-3D8FC0F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On construit dans une image lourde (avec les outils) et on livre une image mince (juste le nécessaire).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67069E5-5022-4F89-A9E2-E60C910A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3B2992-0A17-4BE8-B4CB-D171991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stage build (uv)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49F5A8-4FDF-46F8-9477-254C45A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6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3AFD6B6-9300-4045-B790-7234F67E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61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B455EC-0861-4058-8B1C-F203B1A6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01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COPY .venv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C2E8CB9-2040-4D72-92E6-7E7BEE3B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6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712DF31-DC4A-44CE-8938-548BA270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5AB32B1-C942-4F2E-80A2-5D2199C5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802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runtime slim · non-root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8A543AF-0ADD-4A8F-BC8C-9D65DF3C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56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ABCCC3B-EB2C-4901-9A25-68454A66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7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C39D66A-D8D9-47EF-8900-6B7BA4CC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03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image légère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38E2B62-8AAA-4039-A721-172B0A44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AF8E4B5-8EE7-4921-B8C0-4A0EF5BC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1426FC7-4A9D-49E1-ABC2-A3CD5A55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FFC3646-8B78-4CB3-9277-6BF84BEC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97B9AA9-5109-4B88-B4AF-121DD8F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Lancer un conteneur en root est un défaut classique : si l'app est compromise, l'attaquant est root DANS le conteneur. USER appuser réduit fortement l'impact.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9EE44A32-531E-4DC4-93B0-B0B8E77B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38650E57-3630-4AE0-971E-521F5F2C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CB926C3-6431-442D-8AD9-73798D05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8DD80D4-0692-489A-A40E-B40A7820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 (Variante A)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38BE96D-0DA4-4127-A927-3F3B6F2A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modèle rf.joblib est livré dans l'image → /ready répond 200 dès docker run, sans entraînement.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8F2286B-5DDC-496A-90EE-DB65D372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C02212F-9394-4253-8D2D-8A1C566E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 runtime mince + non-root + HEALTHCHECK = sûre et rapide.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0127362-82F1-483D-A5A0-ADA6C2D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EE06CC0-26EA-44ED-81DB-8C14AEDD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653358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9EAADBA-30E2-4691-87C8-77135A1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2CD53C5-5B41-4177-B906-B18C6919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258575-D72B-40B4-8AD8-839A94EB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piège du modèle « disparu »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A41ABE-96BC-431D-99E6-7F12133E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artifacts/ est gitignoré : un git clone n'embarque pas le modèle — il faut une exception explicite.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B4B80A2-273D-401A-AA9E-D49D948F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B2C08A9-642F-44BA-9532-3157325F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Clone propre = pas de rf.joblib ; si .dockerignore l'exclut aussi → image sans modèle → /ready 503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2387B15-A08F-44AB-A511-2A632D1D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7581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875CE6-9EF7-4707-853F-F5E0794E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4845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Parade (Variante A) : garder !artifacts/models/** ET COPY artifacts/models dans le runtime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734AF37-2795-4456-B031-EB3B296E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98264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D760C29-5E47-4222-892B-2C171B6D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5994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624A6A2-9B62-4AB6-ACFF-AA3B6738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5720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CC1BDF6-0F2E-4FE6-B130-56C8B439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636008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1D6694B-3172-4ABC-A3A0-E3927855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239512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gitignoré » n'est pas « absent du build » : le contexte Docker et Git sont DEUX périmètres distincts.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57EBAE6-5B96-469B-8E55-FE693DC1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398264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0EF2258-E4FE-46F2-B340-EBFDFBF2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5994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4104ACC-5136-43DD-A9B2-450A454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5720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98B7106-1D7F-45D7-8355-CC0783F5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636008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Astuce de pro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A86326E-F2FF-4D4B-9B58-3851308E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239512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uvicorn dans un conteneur DOIT écouter --host 0.0.0.0, sinon l'API est injoignable depuis l'hôte.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A64F671-76D4-4E05-891C-A371AC6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8D9EAFA-8995-4EA7-B133-B42B52BC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Variante A : le modèle voyage dans l'image, pas dans Git.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D057FEA-BEF0-4A48-A762-387AD0FD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84FE7D8-F816-4F62-ABEB-F6F3B230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278774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70BD1F-EE6F-4D58-B283-DA66DB25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7A5C906-6FCB-4809-9D95-9602683D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2982BA-673E-4B83-B847-275B5E74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Dockerfile, en vrai (multi-stage, non-root)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06B9B8-3388-4922-A937-43DDD74A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On construit avec uv, on livre une image mince non-root, avec le modèle dedans (Variante A).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E5D19EC-B4DE-4730-8B5D-2046AE6E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9AC08EA-E50A-47A0-9295-2688700C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5023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python:3.13-slim AS build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--from=ghcr.io/astral-sh/uv:0.11.19 /uv /usr/local/bin/uv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WORKDIR /app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pyproject.toml uv.lock ./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RUN uv sync --frozen --no-install-project --no-dev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src ./src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RUN uv sync --frozen --no-dev --no-editable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python:3.13-slim AS runtime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RUN useradd -m -u 10001 appuser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WORKDIR /app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ENV PATH="/app/.venv/bin:$PATH" INDUSENSE_MODEL_DIR=/app/artifacts/models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--from=build /app/.venv /app/.venv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artifacts/models ./artifacts/models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USER appuser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HEALTHCHECK CMD python -c "import urllib.request; urllib.request.urlopen('http://localhost:8000/health')"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CMD ["uvicorn","indusense.api.main:app","--host","0.0.0.0","--port","8000"]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82DCDCF-26C4-493F-9DE5-CC9034F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55079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8277FEE-031D-42FD-9B30-EF74092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556247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52491D3-EE23-4601-88F9-8CEDDB7B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528815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E26A0A-8F23-44D7-983A-45711B32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6592823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54CFD35-45CC-475E-9C90-A87528F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7196327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Variante A : modèle livré -&gt; /ready 200 d'emblée. .dockerignore garde !artifacts/models.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8C54AE6-324D-4FE0-9CBD-834586BE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6355079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FC16367-5929-4153-9989-B843C136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556247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8CF34D-6E58-4E90-98CF-8FD8EC08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528815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61DE53B-1F44-4FF8-A820-985A31A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6592823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82DD8C7-F872-48AA-BD0A-D3398DA8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7196327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Sans --host 0.0.0.0, l'API est injoignable depuis l'hôte ; sans USER appuser, conteneur en root.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1D85C0B-CACF-4D3A-B2E7-02CDDB56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591DA6F-FFD5-4511-B375-C0C7664A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reproductible + image mince + non-root = la preuve C6 (implémenter).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96B5421-633C-45A2-A3FC-F21148FF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2DF2955-955E-49EE-AE50-6DE3647D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37811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8CDC21F-0032-4DBB-9130-02B13C0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B6B47A6-9322-4315-8C3C-A6956B04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9C8D2C-761D-41C1-B7EC-B27AD544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7E20E46C-7AB1-43BC-AC57-EC024F2D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DAE4969-E81E-4B20-95BD-3F8BFC93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Image = recette ; conteneur = plat servi.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A5BB9797-7C76-4337-8CC2-86076A3B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2857CA2-6EB2-45F9-8AD6-8F68C883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tourne non-root, avec un HEALTHCHECK.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DB20457-3FE5-4C8A-93A4-94F8D22F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3F554A9-7978-4FC5-9B9F-C7FB2D1D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multi-stage donne une image légère.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51F285-64E8-44C3-9C83-8D5420F1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5D04D1E-D0FF-40A9-A0ED-F6E8ED89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28937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4071CA-F954-4BF8-932E-1070DF7A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2B8E98-8396-430E-AC59-9CCBFCB7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52AA41E-0167-4A31-976F-6881CDF6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1C8AAE8-4D34-44E1-8CF9-D1F3D693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27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49C376C-9B55-452B-95A7-573721DB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35628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362F31-E9B7-4694-A957-0F340690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3A358D1-CF52-43D7-BC9A-B7C42540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1A71EC3-BAA6-413A-B8E5-18CE0F58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Dockerfile multi-stage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831E8F5-4827-4BD2-B38B-14FBADE1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1671B5-139F-4DE8-8EA5-DD0BAF12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21835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863"/>
            </a:pPr>
            <a:r>
              <a:rPr sz="86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python:3.13-slim AS build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863"/>
            </a:pPr>
            <a:r>
              <a:rPr sz="86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--from=ghcr.io/astral-sh/uv:0.11.19 /uv /usr/local/bin/uv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863"/>
            </a:pPr>
            <a:r>
              <a:rPr sz="86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WORKDIR /app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863"/>
            </a:pPr>
            <a:r>
              <a:rPr sz="86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pyproject.toml uv.lock ./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863"/>
            </a:pPr>
            <a:r>
              <a:rPr sz="86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RUN uv sync --frozen --no-install-project --no-dev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863"/>
            </a:pPr>
            <a:r>
              <a:rPr sz="86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src ./src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863"/>
            </a:pPr>
            <a:r>
              <a:rPr sz="86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RUN uv sync --frozen --no-dev --no-editable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CFC06B2-77BA-4B21-AC11-44B2A72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C0D1C2-5475-4583-8101-AFD6798D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3575304"/>
            <a:ext cx="17269460" cy="28147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python:3.13-slim AS runtime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RUN useradd -m -u 10001 appuser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WORKDIR /app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ENV PATH="/app/.venv/bin:$PATH" INDUSENSE_MODEL_DIR=/app/artifacts/models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--from=build /app/.venv /app/.venv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COPY artifacts/models ./artifacts/models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USER appuser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HEALTHCHECK CMD python -c "import urllib.request; urllib.request.urlopen('http://localhost:8000/health')"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CMD ["uvicorn","indusense.api.main:app","--host","0.0.0.0","--port","8000"]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3FAD08A-0165-44A9-A1C2-079A549C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9A16D6C-AC90-4DE0-8B4D-46A2EE60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75835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FF1DC5-664C-4CB8-8965-8FE808CC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60C96E8-C5B1-45A6-B2BB-27507942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4597994-F8AB-4AEB-9C3A-D1ED4A17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build, run &amp; preuve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1129E1B-336E-4C64-9190-8A8AADE1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EEB00C9-32CA-4DD1-8DC5-2F52F32E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21581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docker build -t indusense:0.1.0 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docker run -d --name indusense -p 8000:8000 -e INDUSENSE_API_KEY=dev-key indusense:0.1.0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curl.exe http://localhost:8000/health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curl.exe http://localhost:8000/ready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curl.exe -H "X-API-Key: dev-key" -H "Content-Type: application/json" --data-binary "@payload.json" http://localhost:8000/predict-tabular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050"/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docker exec indusense whoami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E90FF8-349E-4435-8CFB-84ABD6F1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51E1D22-95F2-4654-8746-F64EED3D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868A7D-5CAB-42C9-9D22-510E578E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88620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Preuve attendue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/health 200 → /ready 200 → /predict-tabular 200 ; docker exec whoami → appuser.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02784D5-4A17-4861-8684-7C935E08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CA588DA-F9CB-4D25-BE28-49059756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6188011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F0CDA3-FD23-4D0D-B9C6-A59538B8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5455969-4B5C-4904-A9E0-F91999C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CA655B2-5830-466F-A650-11A0FF92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ABD3F9-DD80-405E-B98E-3E990314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27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C913AA-8189-4719-A24A-46BABBF5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30355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D2D5FB-01B0-400B-8E20-AAA66177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F9DE69A-DC83-43AF-8D7E-603F67A1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EF1DE4-81A2-48A4-AA27-5959175A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alléger &amp; scanner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880475-A711-4A2E-8D4D-7ABC3768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2D73D48-5D41-40ED-B77B-2A38C645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920FD83-F513-4239-A33D-3EADC11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Mesurer la taille (docker images) et la réduire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565F8AF-67A7-495C-8963-39768A66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BF2AB08-3F34-4E5F-B465-70FC7978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scanner l'image avec Trivy (noter les HIGH/CRITICAL)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26913AB-762B-44A8-AA16-45525B9C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E3C56FA4-B4BC-4990-AA7A-95FCBCF9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D72F75-C61B-4F41-8126-CFB2FE24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0D9B158-8004-4C9C-87BF-864FA8E2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Posture en distanciel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ADBB00C-C4D6-4D3F-A498-F34F3B2F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Pas de Docker en local ? Le contrat de l'API reste prouvable via TestClient ; le docker run réel se scelle sur le poste formateur.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4489F8F-C0CB-48EF-8F11-995818CE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162C0C7-95E1-4A0B-A2AA-6601FCCA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62243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39B432-269E-48A0-AB81-40BE592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15F6C7B-9EC5-4F45-A033-363293D0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406F2CD-FE9C-42CA-9971-FC9357A3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24BC796E-F536-466A-BED7-D659ABC2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D5916E-2039-4980-8ACB-7D10A058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image build+run, non-root, preuve /predict-tabular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85B3362-326A-45F4-BDD5-1BAB5BA4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7DDD9E-FBBE-4B7B-B327-CCB851F1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34498D3-38EF-4516-A686-C17CF97A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28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image ne suffit pas : on l'orchestre avec une base (docker-compose).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FD4FD4-1C6F-4345-A5C0-6AF98449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CB78E26-A20A-4873-848F-BEC15392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52963701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2026-08-24T07:13:08.6390000Z</dcterms:created>
  <dcterms:modified xsi:type="dcterms:W3CDTF">2026-08-24T07:13:08.6390000Z</dcterms:modified>
</coreProperties>
</file>