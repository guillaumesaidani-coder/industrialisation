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3f6a27553b45b0" /><Relationship Type="http://schemas.openxmlformats.org/officeDocument/2006/relationships/extended-properties" Target="/docProps/app.xml" Id="R7e1c08edcc494eb8" /><Relationship Type="http://schemas.openxmlformats.org/officeDocument/2006/relationships/officeDocument" Target="/ppt/presentation.xml" Id="Rc75f429e550d4f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352744d2e34681"/>
  </p:sldMasterIdLst>
  <p:notesMasterIdLst>
    <p:notesMasterId xmlns:r="http://schemas.openxmlformats.org/officeDocument/2006/relationships" r:id="Rc4247376f18d4117"/>
  </p:notesMasterIdLst>
  <p:sldIdLst>
    <p:sldId xmlns:r="http://schemas.openxmlformats.org/officeDocument/2006/relationships" id="256" r:id="R2a769ffc678645a6"/>
    <p:sldId xmlns:r="http://schemas.openxmlformats.org/officeDocument/2006/relationships" id="257" r:id="Rb426e66c7a1f4206"/>
    <p:sldId xmlns:r="http://schemas.openxmlformats.org/officeDocument/2006/relationships" id="258" r:id="R8d4a44c164ea48c7"/>
    <p:sldId xmlns:r="http://schemas.openxmlformats.org/officeDocument/2006/relationships" id="259" r:id="Rff66b175c1cb48b5"/>
    <p:sldId xmlns:r="http://schemas.openxmlformats.org/officeDocument/2006/relationships" id="260" r:id="Re4daf32e87b841ad"/>
    <p:sldId xmlns:r="http://schemas.openxmlformats.org/officeDocument/2006/relationships" id="261" r:id="Rff9e98b683414cb8"/>
    <p:sldId xmlns:r="http://schemas.openxmlformats.org/officeDocument/2006/relationships" id="262" r:id="Rb2cde4f706c44389"/>
    <p:sldId xmlns:r="http://schemas.openxmlformats.org/officeDocument/2006/relationships" id="263" r:id="R41f3cab8d6024f5d"/>
    <p:sldId xmlns:r="http://schemas.openxmlformats.org/officeDocument/2006/relationships" id="264" r:id="R2fe16f2698884993"/>
    <p:sldId xmlns:r="http://schemas.openxmlformats.org/officeDocument/2006/relationships" id="265" r:id="R61fb3442bb2c4405"/>
    <p:sldId xmlns:r="http://schemas.openxmlformats.org/officeDocument/2006/relationships" id="266" r:id="R5448661ca5f94f7e"/>
    <p:sldId xmlns:r="http://schemas.openxmlformats.org/officeDocument/2006/relationships" id="267" r:id="R88b6bcecf66b479f"/>
    <p:sldId xmlns:r="http://schemas.openxmlformats.org/officeDocument/2006/relationships" id="268" r:id="R768c67ccbd184c51"/>
    <p:sldId xmlns:r="http://schemas.openxmlformats.org/officeDocument/2006/relationships" id="269" r:id="R81117916c19544ea"/>
    <p:sldId xmlns:r="http://schemas.openxmlformats.org/officeDocument/2006/relationships" id="270" r:id="Rc2eb18910b824e42"/>
    <p:sldId xmlns:r="http://schemas.openxmlformats.org/officeDocument/2006/relationships" id="271" r:id="R68609f2265614ec1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74c34c7a22476d" /><Relationship Type="http://schemas.openxmlformats.org/officeDocument/2006/relationships/slideMaster" Target="/ppt/slideMasters/slideMaster1.xml" Id="R6f352744d2e34681" /><Relationship Type="http://schemas.openxmlformats.org/officeDocument/2006/relationships/notesMaster" Target="/ppt/notesMasters/notesMaster1.xml" Id="Rc4247376f18d4117" /><Relationship Type="http://schemas.openxmlformats.org/officeDocument/2006/relationships/presProps" Target="/ppt/presProps.xml" Id="Rc804811d24c640a8" /><Relationship Type="http://schemas.openxmlformats.org/officeDocument/2006/relationships/viewProps" Target="/ppt/viewProps.xml" Id="Ra1ef40c7855f49eb" /><Relationship Type="http://schemas.openxmlformats.org/officeDocument/2006/relationships/tableStyles" Target="/ppt/tableStyles.xml" Id="R8d5d21519b4e4e0b" /><Relationship Type="http://schemas.openxmlformats.org/officeDocument/2006/relationships/slide" Target="/ppt/slides/slide1.xml" Id="R2a769ffc678645a6" /><Relationship Type="http://schemas.openxmlformats.org/officeDocument/2006/relationships/slide" Target="/ppt/slides/slide2.xml" Id="Rb426e66c7a1f4206" /><Relationship Type="http://schemas.openxmlformats.org/officeDocument/2006/relationships/slide" Target="/ppt/slides/slide3.xml" Id="R8d4a44c164ea48c7" /><Relationship Type="http://schemas.openxmlformats.org/officeDocument/2006/relationships/slide" Target="/ppt/slides/slide4.xml" Id="Rff66b175c1cb48b5" /><Relationship Type="http://schemas.openxmlformats.org/officeDocument/2006/relationships/slide" Target="/ppt/slides/slide5.xml" Id="Re4daf32e87b841ad" /><Relationship Type="http://schemas.openxmlformats.org/officeDocument/2006/relationships/slide" Target="/ppt/slides/slide6.xml" Id="Rff9e98b683414cb8" /><Relationship Type="http://schemas.openxmlformats.org/officeDocument/2006/relationships/slide" Target="/ppt/slides/slide7.xml" Id="Rb2cde4f706c44389" /><Relationship Type="http://schemas.openxmlformats.org/officeDocument/2006/relationships/slide" Target="/ppt/slides/slide8.xml" Id="R41f3cab8d6024f5d" /><Relationship Type="http://schemas.openxmlformats.org/officeDocument/2006/relationships/slide" Target="/ppt/slides/slide9.xml" Id="R2fe16f2698884993" /><Relationship Type="http://schemas.openxmlformats.org/officeDocument/2006/relationships/slide" Target="/ppt/slides/slide10.xml" Id="R61fb3442bb2c4405" /><Relationship Type="http://schemas.openxmlformats.org/officeDocument/2006/relationships/slide" Target="/ppt/slides/slide11.xml" Id="R5448661ca5f94f7e" /><Relationship Type="http://schemas.openxmlformats.org/officeDocument/2006/relationships/slide" Target="/ppt/slides/slide12.xml" Id="R88b6bcecf66b479f" /><Relationship Type="http://schemas.openxmlformats.org/officeDocument/2006/relationships/slide" Target="/ppt/slides/slide13.xml" Id="R768c67ccbd184c51" /><Relationship Type="http://schemas.openxmlformats.org/officeDocument/2006/relationships/slide" Target="/ppt/slides/slide14.xml" Id="R81117916c19544ea" /><Relationship Type="http://schemas.openxmlformats.org/officeDocument/2006/relationships/slide" Target="/ppt/slides/slide15.xml" Id="Rc2eb18910b824e42" /><Relationship Type="http://schemas.openxmlformats.org/officeDocument/2006/relationships/slide" Target="/ppt/slides/slide16.xml" Id="R68609f2265614e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df948bbf1b4e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a57b6d1fa24486" /><Relationship Type="http://schemas.openxmlformats.org/officeDocument/2006/relationships/notesMaster" Target="/ppt/notesMasters/notesMaster1.xml" Id="Rbc890edf173440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9c833d2ff44a58" /><Relationship Type="http://schemas.openxmlformats.org/officeDocument/2006/relationships/notesMaster" Target="/ppt/notesMasters/notesMaster1.xml" Id="Re676407a276c4d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a7964b9dfd40d3" /><Relationship Type="http://schemas.openxmlformats.org/officeDocument/2006/relationships/notesMaster" Target="/ppt/notesMasters/notesMaster1.xml" Id="R4dcb7d5388d546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dbe264b5324a9e" /><Relationship Type="http://schemas.openxmlformats.org/officeDocument/2006/relationships/notesMaster" Target="/ppt/notesMasters/notesMaster1.xml" Id="Rf2cc3ce5d1a844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dc2c379e694747" /><Relationship Type="http://schemas.openxmlformats.org/officeDocument/2006/relationships/notesMaster" Target="/ppt/notesMasters/notesMaster1.xml" Id="Rdb2534cb682b43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6aacf535984c5b" /><Relationship Type="http://schemas.openxmlformats.org/officeDocument/2006/relationships/notesMaster" Target="/ppt/notesMasters/notesMaster1.xml" Id="Rb40cd36dbf194a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3432863e254fa5" /><Relationship Type="http://schemas.openxmlformats.org/officeDocument/2006/relationships/notesMaster" Target="/ppt/notesMasters/notesMaster1.xml" Id="R9c23cdb44eb941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4711fc14254e36" /><Relationship Type="http://schemas.openxmlformats.org/officeDocument/2006/relationships/notesMaster" Target="/ppt/notesMasters/notesMaster1.xml" Id="Rc06119f5285f46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25dbfcd946452e" /><Relationship Type="http://schemas.openxmlformats.org/officeDocument/2006/relationships/notesMaster" Target="/ppt/notesMasters/notesMaster1.xml" Id="R6f1635c94cd948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ac7652f00d48bd" /><Relationship Type="http://schemas.openxmlformats.org/officeDocument/2006/relationships/notesMaster" Target="/ppt/notesMasters/notesMaster1.xml" Id="Rd59f2af943f94e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9ded47d9ba49bf" /><Relationship Type="http://schemas.openxmlformats.org/officeDocument/2006/relationships/notesMaster" Target="/ppt/notesMasters/notesMaster1.xml" Id="R555fc085de584d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ebf39c285044bb" /><Relationship Type="http://schemas.openxmlformats.org/officeDocument/2006/relationships/notesMaster" Target="/ppt/notesMasters/notesMaster1.xml" Id="R4a38076d7bbc49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44c8d7e39c4171" /><Relationship Type="http://schemas.openxmlformats.org/officeDocument/2006/relationships/notesMaster" Target="/ppt/notesMasters/notesMaster1.xml" Id="Raa63c113a09146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40759fd03247ab" /><Relationship Type="http://schemas.openxmlformats.org/officeDocument/2006/relationships/notesMaster" Target="/ppt/notesMasters/notesMaster1.xml" Id="Rcb018ca43fc440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24d9d1ecb64363" /><Relationship Type="http://schemas.openxmlformats.org/officeDocument/2006/relationships/notesMaster" Target="/ppt/notesMasters/notesMaster1.xml" Id="Raf3f2705ed5e45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6b359db5a14140" /><Relationship Type="http://schemas.openxmlformats.org/officeDocument/2006/relationships/notesMaster" Target="/ppt/notesMasters/notesMaster1.xml" Id="R91117f2d68cf4d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95930fafd4f6d" /><Relationship Type="http://schemas.openxmlformats.org/officeDocument/2006/relationships/image" Target="/ppt/media/image.png" Id="R90186ad7ad4540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08364d23654ba3" /><Relationship Type="http://schemas.openxmlformats.org/officeDocument/2006/relationships/image" Target="/ppt/media/image2.png" Id="R89730e32c3c440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31313664f246ac" /><Relationship Type="http://schemas.openxmlformats.org/officeDocument/2006/relationships/image" Target="/ppt/media/image3.png" Id="R20bf57d873d54e6c" /><Relationship Type="http://schemas.openxmlformats.org/officeDocument/2006/relationships/image" Target="/ppt/media/image4.png" Id="R60aa36481df646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fccd07a274cec" /><Relationship Type="http://schemas.openxmlformats.org/officeDocument/2006/relationships/image" Target="/ppt/media/image5.png" Id="Racd4e07911124f10" /><Relationship Type="http://schemas.openxmlformats.org/officeDocument/2006/relationships/image" Target="/ppt/media/image4.png" Id="R629e2ded8cf5460c" /><Relationship Type="http://schemas.openxmlformats.org/officeDocument/2006/relationships/image" Target="/ppt/media/image6.png" Id="Rd1ee9d1601904c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b0db86e8b42ff" /><Relationship Type="http://schemas.openxmlformats.org/officeDocument/2006/relationships/image" Target="/ppt/media/image5.png" Id="R858a347d97fe491a" /><Relationship Type="http://schemas.openxmlformats.org/officeDocument/2006/relationships/image" Target="/ppt/media/image4.png" Id="R13a93486db3f4b1d" /><Relationship Type="http://schemas.openxmlformats.org/officeDocument/2006/relationships/image" Target="/ppt/media/image6.png" Id="R536062fca65844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f9767040046bc" /><Relationship Type="http://schemas.openxmlformats.org/officeDocument/2006/relationships/image" Target="/ppt/media/image5.png" Id="Rc8abd9b8eba14ab3" /><Relationship Type="http://schemas.openxmlformats.org/officeDocument/2006/relationships/image" Target="/ppt/media/image4.png" Id="R11bc6012874640a2" /><Relationship Type="http://schemas.openxmlformats.org/officeDocument/2006/relationships/image" Target="/ppt/media/image6.png" Id="R312af58e41f7424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22509597e43e3" /><Relationship Type="http://schemas.openxmlformats.org/officeDocument/2006/relationships/image" Target="/ppt/media/image5.png" Id="Rd3e56d5c0d624467" /><Relationship Type="http://schemas.openxmlformats.org/officeDocument/2006/relationships/image" Target="/ppt/media/image4.png" Id="R5c0df3fece5c4dbb" /><Relationship Type="http://schemas.openxmlformats.org/officeDocument/2006/relationships/image" Target="/ppt/media/image6.png" Id="Rc855d16738d74eb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759584707442c" /><Relationship Type="http://schemas.openxmlformats.org/officeDocument/2006/relationships/image" Target="/ppt/media/image5.png" Id="Rf1ae60e5d3064263" /><Relationship Type="http://schemas.openxmlformats.org/officeDocument/2006/relationships/image" Target="/ppt/media/image4.png" Id="R97e5afedfab54f30" /><Relationship Type="http://schemas.openxmlformats.org/officeDocument/2006/relationships/image" Target="/ppt/media/image6.png" Id="R3d41d6d549ad473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d376bb1894f17" /><Relationship Type="http://schemas.openxmlformats.org/officeDocument/2006/relationships/image" Target="/ppt/media/image7.png" Id="R616151a9e3544ee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31fbe0c214d87" /><Relationship Type="http://schemas.openxmlformats.org/officeDocument/2006/relationships/image" Target="/ppt/media/image8.png" Id="R688fca023a8d483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49ad581bd44fd" /><Relationship Type="http://schemas.openxmlformats.org/officeDocument/2006/relationships/image" Target="/ppt/media/image9.png" Id="Rf1aa8637d2124e5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520831d5944be" /><Relationship Type="http://schemas.openxmlformats.org/officeDocument/2006/relationships/image" Target="/ppt/media/image10.png" Id="R722feeb52b7f409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9dfb718da4e95" /><Relationship Type="http://schemas.openxmlformats.org/officeDocument/2006/relationships/image" Target="/ppt/media/image11.png" Id="R554c843cfba1475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f8cce6cee4c41" /><Relationship Type="http://schemas.openxmlformats.org/officeDocument/2006/relationships/image" Target="/ppt/media/image12.png" Id="Re6d776abf9f3440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2eaf1aaa7441a" /><Relationship Type="http://schemas.openxmlformats.org/officeDocument/2006/relationships/image" Target="/ppt/media/image13.png" Id="R7ef357438acc4f3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25b4bc6f8464c" /><Relationship Type="http://schemas.openxmlformats.org/officeDocument/2006/relationships/image" Target="/ppt/media/image2.png" Id="Rf521cf00e4fe4b0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76c637bb74b62" /><Relationship Type="http://schemas.openxmlformats.org/officeDocument/2006/relationships/image" Target="/ppt/media/image14.png" Id="R1e57722bfae9430b" /><Relationship Type="http://schemas.openxmlformats.org/officeDocument/2006/relationships/image" Target="/ppt/media/image15.png" Id="R2965a7ad875144cc" /></Relationships>
</file>

<file path=ppt/slideLayouts/slideLayout1.xml><?xml version="1.0" encoding="utf-8"?>
<p:sldLayout xmlns:p="http://schemas.openxmlformats.org/presentationml/2006/main" preserve="1" userDrawn="1">
  <p:cSld name="17_Disposition personnalisée">
    <p:bg>
      <p:bgPr>
        <a:blipFill xmlns:a="http://schemas.openxmlformats.org/drawingml/2006/main" rotWithShape="1">
          <a:blip xmlns:r="http://schemas.openxmlformats.org/officeDocument/2006/relationships" r:embed="R90186ad7ad45409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5E7576F2-96D7-4879-C595-31AEF196E4F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39962" y="4862587"/>
            <a:ext cx="61722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Nom du formateur</a:t>
            </a:r>
          </a:p>
        </p:txBody>
      </p:sp>
      <p:sp>
        <p:nvSpPr>
          <p:cNvPr id="3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C84FB502-4701-30C4-540E-C8A8154B5F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39962" y="7507138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Intitulé de la formation</a:t>
            </a:r>
          </a:p>
        </p:txBody>
      </p:sp>
      <p:sp>
        <p:nvSpPr>
          <p:cNvPr id="9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B8F86BD-B5C7-B927-A9D3-2B75CFF0D7F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39962" y="6891585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32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Thématique de la formation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9_Disposition personnalisée">
    <p:bg>
      <p:bgPr>
        <a:blipFill xmlns:a="http://schemas.openxmlformats.org/drawingml/2006/main" rotWithShape="1">
          <a:blip xmlns:r="http://schemas.openxmlformats.org/officeDocument/2006/relationships" r:embed="R89730e32c3c440ed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E351256-75CD-2ED8-4BB9-764EC4F953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179842" y="1622227"/>
            <a:ext cx="9067800" cy="2078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Sommaire</a:t>
            </a:r>
          </a:p>
        </p:txBody>
      </p:sp>
      <p:sp>
        <p:nvSpPr>
          <p:cNvPr id="3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E4210765-D18A-93AA-5401-6FE46CD1B5A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495111" y="75290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C21EE629-EB1A-113D-97A8-9978DF1EE8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495111" y="51827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5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DF353674-E326-FAC4-8E39-A794B8C892D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495111" y="5946876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6FB8EC16-DCC1-A56A-2FCA-A8161FB9A7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475986" y="67379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7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A1C31546-D63A-76DA-451E-F5E3BC95B3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475986" y="44186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7C8B2001-5977-1C01-BE50-4A3FAA65C3B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495111" y="832006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re et contenu">
    <p:bg>
      <p:bgPr>
        <a:blipFill xmlns:a="http://schemas.openxmlformats.org/drawingml/2006/main" rotWithShape="1">
          <a:blip xmlns:r="http://schemas.openxmlformats.org/officeDocument/2006/relationships" r:embed="R20bf57d873d54e6c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5347DE8B-CF68-40E8-B8D8-090B18D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pic>
        <p:nvPicPr>
          <p:cNvPr id="2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a36481df646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66603E52-899B-4BE9-93E0-B72BDAEC294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2C1FB38-60A8-4700-B272-5C798855A97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le and Content">
    <p:bg>
      <p:bgPr>
        <a:blipFill xmlns:a="http://schemas.openxmlformats.org/drawingml/2006/main" rotWithShape="1">
          <a:blip xmlns:r="http://schemas.openxmlformats.org/officeDocument/2006/relationships" r:embed="Racd4e07911124f10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e2ded8cf546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e9d1601904c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le and Content">
    <p:bg>
      <p:bgPr>
        <a:blipFill xmlns:a="http://schemas.openxmlformats.org/drawingml/2006/main" rotWithShape="1">
          <a:blip xmlns:r="http://schemas.openxmlformats.org/officeDocument/2006/relationships" r:embed="R858a347d97fe491a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93486db3f4b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062fca65844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le and Content">
    <p:bg>
      <p:bgPr>
        <a:blipFill xmlns:a="http://schemas.openxmlformats.org/drawingml/2006/main" rotWithShape="1">
          <a:blip xmlns:r="http://schemas.openxmlformats.org/officeDocument/2006/relationships" r:embed="Rc8abd9b8eba14ab3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c6012874640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af58e41f742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le and Content">
    <p:bg>
      <p:bgPr>
        <a:blipFill xmlns:a="http://schemas.openxmlformats.org/drawingml/2006/main" rotWithShape="1">
          <a:blip xmlns:r="http://schemas.openxmlformats.org/officeDocument/2006/relationships" r:embed="Rd3e56d5c0d624467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df3fece5c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5d16738d74e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le and Content">
    <p:bg>
      <p:bgPr>
        <a:blipFill xmlns:a="http://schemas.openxmlformats.org/drawingml/2006/main" rotWithShape="1">
          <a:blip xmlns:r="http://schemas.openxmlformats.org/officeDocument/2006/relationships" r:embed="Rf1ae60e5d3064263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5afedfab54f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1d6d549ad4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">
    <p:bg>
      <p:bgPr>
        <a:blipFill xmlns:a="http://schemas.openxmlformats.org/drawingml/2006/main" rotWithShape="1">
          <a:blip xmlns:r="http://schemas.openxmlformats.org/officeDocument/2006/relationships" r:embed="R616151a9e3544ee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2_Disposition personnalisée">
    <p:bg>
      <p:bgPr>
        <a:blipFill xmlns:a="http://schemas.openxmlformats.org/drawingml/2006/main" rotWithShape="1">
          <a:blip xmlns:r="http://schemas.openxmlformats.org/officeDocument/2006/relationships" r:embed="R688fca023a8d483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Disposition personnalisée">
    <p:bg>
      <p:bgPr>
        <a:blipFill xmlns:a="http://schemas.openxmlformats.org/drawingml/2006/main" rotWithShape="1">
          <a:blip xmlns:r="http://schemas.openxmlformats.org/officeDocument/2006/relationships" r:embed="Rf1aa8637d2124e5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6_Disposition personnalisée">
    <p:bg>
      <p:bgPr>
        <a:blipFill xmlns:a="http://schemas.openxmlformats.org/drawingml/2006/main" rotWithShape="1">
          <a:blip xmlns:r="http://schemas.openxmlformats.org/officeDocument/2006/relationships" r:embed="R722feeb52b7f409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0_Disposition personnalisée">
    <p:bg>
      <p:bgPr>
        <a:blipFill xmlns:a="http://schemas.openxmlformats.org/drawingml/2006/main" rotWithShape="1">
          <a:blip xmlns:r="http://schemas.openxmlformats.org/officeDocument/2006/relationships" r:embed="R554c843cfba1475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showMasterSp="0" type="obj" preserve="1">
  <p:cSld name="1_Blank">
    <p:bg>
      <p:bgPr>
        <a:blipFill xmlns:a="http://schemas.openxmlformats.org/drawingml/2006/main" rotWithShape="1">
          <a:blip xmlns:r="http://schemas.openxmlformats.org/officeDocument/2006/relationships" r:embed="Re6d776abf9f3440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18_Disposition personnalisée">
    <p:bg>
      <p:bgPr>
        <a:blipFill xmlns:a="http://schemas.openxmlformats.org/drawingml/2006/main" rotWithShape="1">
          <a:blip xmlns:r="http://schemas.openxmlformats.org/officeDocument/2006/relationships" r:embed="R7ef357438acc4f3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20_Disposition personnalisée">
    <p:bg>
      <p:bgPr>
        <a:blipFill xmlns:a="http://schemas.openxmlformats.org/drawingml/2006/main" rotWithShape="1">
          <a:blip xmlns:r="http://schemas.openxmlformats.org/officeDocument/2006/relationships" r:embed="Rf521cf00e4fe4b08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Disposition personnalisée">
    <p:bg>
      <p:bgPr>
        <a:blipFill xmlns:a="http://schemas.openxmlformats.org/drawingml/2006/main" rotWithShape="1">
          <a:blip xmlns:r="http://schemas.openxmlformats.org/officeDocument/2006/relationships" r:embed="R1e57722bfae9430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5a7ad875144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002" y="542107"/>
            <a:ext cx="18902097" cy="5040560"/>
          </a:xfrm>
          <a:prstGeom xmlns:a="http://schemas.openxmlformats.org/drawingml/2006/main" prst="roundRect">
            <a:avLst>
              <a:gd name="adj" fmla="val 9607"/>
            </a:avLst>
          </a:prstGeom>
        </p:spPr>
      </p:pic>
      <p:sp>
        <p:nvSpPr>
          <p:cNvPr id="6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86C7ADBF-7FE4-9BE8-94E3-4FAC04EE5D9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5025" y="6230739"/>
            <a:ext cx="14587149" cy="108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Merci de votre attention 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1916eda074584" /><Relationship Type="http://schemas.openxmlformats.org/officeDocument/2006/relationships/slideLayout" Target="/ppt/slideLayouts/slideLayout1.xml" Id="R8366a5537c134bc8" /><Relationship Type="http://schemas.openxmlformats.org/officeDocument/2006/relationships/slideLayout" Target="/ppt/slideLayouts/slideLayout2.xml" Id="Re0fe7a7738734054" /><Relationship Type="http://schemas.openxmlformats.org/officeDocument/2006/relationships/slideLayout" Target="/ppt/slideLayouts/slideLayout3.xml" Id="R075e6c37dd184b44" /><Relationship Type="http://schemas.openxmlformats.org/officeDocument/2006/relationships/slideLayout" Target="/ppt/slideLayouts/slideLayout4.xml" Id="R75f45c3d6bb54de7" /><Relationship Type="http://schemas.openxmlformats.org/officeDocument/2006/relationships/slideLayout" Target="/ppt/slideLayouts/slideLayout5.xml" Id="Rb232f33767b442e7" /><Relationship Type="http://schemas.openxmlformats.org/officeDocument/2006/relationships/slideLayout" Target="/ppt/slideLayouts/slideLayout6.xml" Id="R648c9992b7b247b0" /><Relationship Type="http://schemas.openxmlformats.org/officeDocument/2006/relationships/slideLayout" Target="/ppt/slideLayouts/slideLayout7.xml" Id="Rc180ac2eba684437" /><Relationship Type="http://schemas.openxmlformats.org/officeDocument/2006/relationships/slideLayout" Target="/ppt/slideLayouts/slideLayout8.xml" Id="Rc84fcacf596f4a62" /><Relationship Type="http://schemas.openxmlformats.org/officeDocument/2006/relationships/slideLayout" Target="/ppt/slideLayouts/slideLayout9.xml" Id="Rd41d4976fa674f31" /><Relationship Type="http://schemas.openxmlformats.org/officeDocument/2006/relationships/slideLayout" Target="/ppt/slideLayouts/slideLayout10.xml" Id="R243ca5b7465548fa" /><Relationship Type="http://schemas.openxmlformats.org/officeDocument/2006/relationships/slideLayout" Target="/ppt/slideLayouts/slideLayout11.xml" Id="R6cde2b26b7bd4433" /><Relationship Type="http://schemas.openxmlformats.org/officeDocument/2006/relationships/slideLayout" Target="/ppt/slideLayouts/slideLayout12.xml" Id="R8100f5e3a3454071" /><Relationship Type="http://schemas.openxmlformats.org/officeDocument/2006/relationships/slideLayout" Target="/ppt/slideLayouts/slideLayout13.xml" Id="Rcf80b6c6d46140eb" /><Relationship Type="http://schemas.openxmlformats.org/officeDocument/2006/relationships/slideLayout" Target="/ppt/slideLayouts/slideLayout14.xml" Id="R149f78912cb2447e" /><Relationship Type="http://schemas.openxmlformats.org/officeDocument/2006/relationships/slideLayout" Target="/ppt/slideLayouts/slideLayout15.xml" Id="R243ce0e2b1904f0f" /><Relationship Type="http://schemas.openxmlformats.org/officeDocument/2006/relationships/slideLayout" Target="/ppt/slideLayouts/slideLayout16.xml" Id="R323a6320352d4397" /><Relationship Type="http://schemas.openxmlformats.org/officeDocument/2006/relationships/slideLayout" Target="/ppt/slideLayouts/slideLayout17.xml" Id="Rfdf7c155fc474b6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66a5537c134bc8"/>
    <p:sldLayoutId xmlns:r="http://schemas.openxmlformats.org/officeDocument/2006/relationships" id="2147483650" r:id="Re0fe7a7738734054"/>
    <p:sldLayoutId xmlns:r="http://schemas.openxmlformats.org/officeDocument/2006/relationships" id="2147483651" r:id="R075e6c37dd184b44"/>
    <p:sldLayoutId xmlns:r="http://schemas.openxmlformats.org/officeDocument/2006/relationships" id="2147483652" r:id="R75f45c3d6bb54de7"/>
    <p:sldLayoutId xmlns:r="http://schemas.openxmlformats.org/officeDocument/2006/relationships" id="2147483653" r:id="Rb232f33767b442e7"/>
    <p:sldLayoutId xmlns:r="http://schemas.openxmlformats.org/officeDocument/2006/relationships" id="2147483654" r:id="R648c9992b7b247b0"/>
    <p:sldLayoutId xmlns:r="http://schemas.openxmlformats.org/officeDocument/2006/relationships" id="2147483655" r:id="Rc180ac2eba684437"/>
    <p:sldLayoutId xmlns:r="http://schemas.openxmlformats.org/officeDocument/2006/relationships" id="2147483656" r:id="Rc84fcacf596f4a62"/>
    <p:sldLayoutId xmlns:r="http://schemas.openxmlformats.org/officeDocument/2006/relationships" id="2147483657" r:id="Rd41d4976fa674f31"/>
    <p:sldLayoutId xmlns:r="http://schemas.openxmlformats.org/officeDocument/2006/relationships" id="2147483658" r:id="R243ca5b7465548fa"/>
    <p:sldLayoutId xmlns:r="http://schemas.openxmlformats.org/officeDocument/2006/relationships" id="2147483659" r:id="R6cde2b26b7bd4433"/>
    <p:sldLayoutId xmlns:r="http://schemas.openxmlformats.org/officeDocument/2006/relationships" id="2147483660" r:id="R8100f5e3a3454071"/>
    <p:sldLayoutId xmlns:r="http://schemas.openxmlformats.org/officeDocument/2006/relationships" id="2147483661" r:id="Rcf80b6c6d46140eb"/>
    <p:sldLayoutId xmlns:r="http://schemas.openxmlformats.org/officeDocument/2006/relationships" id="2147483662" r:id="R149f78912cb2447e"/>
    <p:sldLayoutId xmlns:r="http://schemas.openxmlformats.org/officeDocument/2006/relationships" id="2147483663" r:id="R243ce0e2b1904f0f"/>
    <p:sldLayoutId xmlns:r="http://schemas.openxmlformats.org/officeDocument/2006/relationships" id="2147483664" r:id="R323a6320352d4397"/>
    <p:sldLayoutId xmlns:r="http://schemas.openxmlformats.org/officeDocument/2006/relationships" id="2147483665" r:id="Rfdf7c155fc474b62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1ae3a3aaac04d0f" /><Relationship Type="http://schemas.openxmlformats.org/officeDocument/2006/relationships/image" Target="/ppt/media/image15.png" Id="R85a8b90c395c462d" /><Relationship Type="http://schemas.openxmlformats.org/officeDocument/2006/relationships/notesSlide" Target="/ppt/notesSlides/notesSlide1.xml" Id="R2613b08896944e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e3c4dafcfa94b84" /><Relationship Type="http://schemas.openxmlformats.org/officeDocument/2006/relationships/notesSlide" Target="/ppt/notesSlides/notesSlide2.xml" Id="R8a422dc8564b45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0eda489c2454011" /><Relationship Type="http://schemas.openxmlformats.org/officeDocument/2006/relationships/notesSlide" Target="/ppt/notesSlides/notesSlide3.xml" Id="Rb3c09dfcd8d940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aa35fb470804f65" /><Relationship Type="http://schemas.openxmlformats.org/officeDocument/2006/relationships/notesSlide" Target="/ppt/notesSlides/notesSlide4.xml" Id="Rf4d725c3114445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4d6c2b371844325" /><Relationship Type="http://schemas.openxmlformats.org/officeDocument/2006/relationships/notesSlide" Target="/ppt/notesSlides/notesSlide5.xml" Id="R2c2e4b7e50b341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8ae2a9af15840a3" /><Relationship Type="http://schemas.openxmlformats.org/officeDocument/2006/relationships/notesSlide" Target="/ppt/notesSlides/notesSlide6.xml" Id="R0bc74f494a8744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07f52731d4a4edd" /><Relationship Type="http://schemas.openxmlformats.org/officeDocument/2006/relationships/notesSlide" Target="/ppt/notesSlides/notesSlide7.xml" Id="R54b9d38d1c604b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0ad8c3a1d0a413d" /><Relationship Type="http://schemas.openxmlformats.org/officeDocument/2006/relationships/notesSlide" Target="/ppt/notesSlides/notesSlide8.xml" Id="R38fec613c1d549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b563434043f413f" /><Relationship Type="http://schemas.openxmlformats.org/officeDocument/2006/relationships/notesSlide" Target="/ppt/notesSlides/notesSlide9.xml" Id="R25713a8959aa44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b33c780d4bc435a" /><Relationship Type="http://schemas.openxmlformats.org/officeDocument/2006/relationships/notesSlide" Target="/ppt/notesSlides/notesSlide10.xml" Id="R9953a3e47f964a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f7a38edcb8345b8" /><Relationship Type="http://schemas.openxmlformats.org/officeDocument/2006/relationships/notesSlide" Target="/ppt/notesSlides/notesSlide11.xml" Id="R3216a30baab349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ff78f0136504c11" /><Relationship Type="http://schemas.openxmlformats.org/officeDocument/2006/relationships/notesSlide" Target="/ppt/notesSlides/notesSlide12.xml" Id="Rc2d1ddee4c4942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61d40a73c0f45de" /><Relationship Type="http://schemas.openxmlformats.org/officeDocument/2006/relationships/notesSlide" Target="/ppt/notesSlides/notesSlide13.xml" Id="R00bc551c8c9b4c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87821a7c1a940fe" /><Relationship Type="http://schemas.openxmlformats.org/officeDocument/2006/relationships/notesSlide" Target="/ppt/notesSlides/notesSlide14.xml" Id="R7f3867b009474e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104d872fc674b57" /><Relationship Type="http://schemas.openxmlformats.org/officeDocument/2006/relationships/notesSlide" Target="/ppt/notesSlides/notesSlide15.xml" Id="Rcaeff24e5a3d4f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91315d235a641a9" /><Relationship Type="http://schemas.openxmlformats.org/officeDocument/2006/relationships/notesSlide" Target="/ppt/notesSlides/notesSlide16.xml" Id="R2e483bb6007447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824EE26-0010-427C-9B31-D4B15DE2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8b90c395c46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868680"/>
            <a:ext cx="3931920" cy="1048512"/>
          </a:xfrm>
          <a:prstGeom xmlns:a="http://schemas.openxmlformats.org/drawingml/2006/main" prst="rect">
            <a:avLst/>
          </a:prstGeom>
        </p:spPr>
      </p:pic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0174C8E0-D307-4747-BDEB-EE323939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29A0483-CD4D-4557-96C9-F4E86825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29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8EE7294-4285-48CF-B8C8-E7679D8B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57600"/>
            <a:ext cx="169494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5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Orchestration Prefect (design)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330AA66-3535-414F-9508-1C8D3E4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943600"/>
            <a:ext cx="169494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US3.4 · C6/C7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E053777-E74F-4391-8A7A-7EC776E4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029190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EAEAEA"/>
                </a:solidFill>
                <a:latin typeface="Arial"/>
                <a:ea typeface="Arial"/>
                <a:cs typeface="Arial"/>
              </a:rPr>
              <a:t>Sprint 3 — Industrialisation &amp; déploiement  ·  Certification CISIA  ·  Formation à distance</a:t>
            </a:r>
          </a:p>
        </p:txBody>
      </p:sp>
    </p:spTree>
    <p:extLst>
      <p:ext uri="{BB962C8B-B14F-4D97-AF65-F5344CB8AC3E}">
        <p14:creationId xmlns:p14="http://schemas.microsoft.com/office/powerpoint/2010/main" val="20737824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8E781F-35C0-4495-B8DE-4BCD399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4D2D314-2BD5-47D8-A7CF-E07FB7BA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C8FE6BF-44C8-48D8-A0B9-B0686731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Objectifs &amp; déroulé de la séance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102951-54ED-4B1F-8DF1-C5CD7E95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936050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À l'issue, vous serez capable de :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527F6748-5601-408B-8954-A6620BD1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C61BFBC-AF14-474A-B6DF-11A68C17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700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566920-8EA5-4442-B0EB-2137168F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9748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Justifier l'orchestration (retries, scheduling, observabilité)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1D5509F-B180-4601-8989-8C5AA336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4728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5D3ADD2-B481-4278-8A85-6C1DDD2D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1985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166F8C6-9CF7-43FC-AF25-9202073C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4728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Distinguer task et flow ; raisonner idempotence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B1371F71-8894-4BF8-AABE-5EFCAEB2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97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B3E904A-A5DE-4CF5-9101-871089A3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966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D9F9BDB-CEE8-4D65-87BF-C3A3B999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197096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Concevoir le flow ingest→feature→predict→store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1DBEFA7-308F-416E-ACD4-704D5D27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4690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19A6B60-591D-455D-BAE4-83004AD5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1947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27B8460-2E8C-4D2B-8602-F7BC6FA6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946904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Repérer la fuite inter-machines (merge_asof sans by)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5FCA51D-EB37-47E6-B365-DC3FB61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108" y="1965960"/>
            <a:ext cx="7920431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0EA8CA6-8A9E-4650-B052-407F67F4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2240280"/>
            <a:ext cx="709747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Déroulé de la séance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FA604878-8EFC-4231-9B8F-DB375B50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9260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4EB2688-56B0-42D1-A834-68ABE289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8986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83A3EDF-9089-4DDB-850E-784C2FEC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2926080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Théorie   les concepts clés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C83E1CA-8139-4CF9-9F3F-A88EC1FA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75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45BF653-05E1-4B09-A8B6-4B6E21ED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BD10180-56B5-4594-ADEC-984E3FFF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3675888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Travaux dirigés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TP guidé, correction au fil de l'eau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5035117F-6E3F-4124-AEB5-E21E03F4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4256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71C4FFE-2C85-490F-9CE1-293C6331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3982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57C9881-5501-4EB7-A91B-6C286868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4425696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Autonomie tutorée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vous avancez, formateur dispo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47E624AE-A4DA-4553-B8D1-81FFB90F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755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A755D79-CB8C-4A2B-8F30-58CC4E3C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480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8629763-F25F-41CC-B9CC-5F8B32FA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5175504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Bilan   synthèse + preuves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D9FD0C3E-9E28-4128-AB60-650EDC16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5989320"/>
            <a:ext cx="7097471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04F64F0-1A17-4EE8-AC5C-3DDBAA88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188" y="6035040"/>
            <a:ext cx="6731711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PREUVE FINALE   </a:t>
            </a: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 hello exécutable (retries) · design (mermaid + table I/O)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BFB185E-B66F-4819-8F5F-CFCB117D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8C98C0B-976B-46AE-8D55-209548C4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69821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8A2CAD-6BC4-4E42-B83D-335A3C3E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844B6C-8F6A-4FD1-9C67-D8C4743A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1B2344F-EDB1-40C9-A7E3-E1632CA0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Théorie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0DEE2D2-D030-4B98-9598-2FF59354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29 — les concepts clés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A90D9B9-60AA-471F-B6AD-0254AD25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72318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607DE0-6898-4A79-B9FA-1D2ACEF9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143EC6B-2506-4408-9F19-089C3E1A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788E863-B976-47CD-B0D5-40435BC6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Scénario atelier &amp; enjeux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48EEEE1-4E26-497D-82AB-995024D3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Toutes les heures, il faut ingérer les nouvelles mesures, prédire, puis stocker. À la main c'est impensable : on conçoit un flow qui s'exécute seul et se reprend en cas d'erreur.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5A07CC2-D04E-4A06-97E9-C7EE8AFE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250899E-1FBE-478F-AC90-F14D8740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9FFBCFB-58EE-45CF-B2B4-172973E3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Angle éthique / risque (C2)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Une automatisation sans garde-fou propage une erreur à grande échelle. Retry et alerting bornent le risque.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53312C7-00F1-4F79-8DF3-1360104B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08AAC4-27CE-4159-B0F9-E4E23D15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0999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C70F0E-F379-401D-AD83-365405FD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EB537CE-71ED-4D64-9ABF-69DEC248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BBA3ABE-412F-4CA1-BE2C-492561FA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Contexte &amp; outils — pourquoi ce module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AF9BF3B-7719-4263-8AB0-7A44822C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Contexte : lancer le pipeline à la main n'est pas fiable. Pourquoi : on l'AUTOMATISE et on le rend rejouable sans dégâts.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6C9DCF0A-4CEE-4852-A8B9-0ECB0CA9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8116C60-B6F2-4A0A-8E53-C994B0A7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Prefect : orchestrateur de flux (@flow / @task, planification)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E838A3D-10E0-4A5C-8660-BBD0B2E6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841D425-9CA3-4871-8E03-6EEB68CE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Idempotence : rejouer un run ne crée pas de doublon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DEEC5CAC-6977-4639-8D76-A35CE3F8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0565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447138-0B30-4ED9-9145-DEEB05B2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9592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Retry + backoff : encaisse les pannes passagères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28069679-03FD-4AA1-8208-9A28C533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6177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6CB8219-F722-4713-BD93-57DE533E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0799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merge_asof by="machine" : jointure temporelle SANS fuite entre machines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DBC3F43-BD99-4C9E-95BE-132A09DB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8A92663-7729-4337-8E26-D55B1B92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266914E-EA3B-432C-AFB1-F3FC8454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5184648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2E7E92"/>
                </a:solidFill>
                <a:latin typeface="Manrope"/>
                <a:ea typeface="Manrope"/>
                <a:cs typeface="Manrope"/>
              </a:rPr>
              <a:t>Objectif du module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flow ingest -&gt; predict -&gt; store, fiable et relançable.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6D36FC7-13E5-44CC-9372-A3438A3E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BBABCF7-CAE1-4836-8FEE-E9B1AF05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523587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7C5B5D-AB91-403C-B898-F75431FA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EDA0DD9-877D-4B50-9B5F-30A04032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62A155-8267-4A1B-97E0-85D2E922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Pourquoi orchestrer (et pas juste cron)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663794-0239-40D1-AFEE-5EAFB814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Un orchestrateur ajoute à cron les réessais, l'observabilité et les dépendances entre étapes.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7EB7DEA-C5FA-4596-8A83-88C237CC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51759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3ED0123-F817-4E76-B7D3-A190B66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1759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ingest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2F096A0-F5DA-48E6-B938-46CCF620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60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EC5F261-DF38-45E2-8DAB-5D914A0A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961" y="2651759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2D19B79-FE4E-4FCF-92BB-81792694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401" y="2651759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feature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612F3C-7B4A-4AE7-8E9A-D9F4477E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162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12E80BA-590B-4F98-98CE-BB8E1BC0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362" y="2651759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E1A649A-5A63-42D7-BA97-185E47EB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802" y="2651759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predict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E6D7B61-8F37-4779-BC14-4AE14186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0563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D054B7E-E857-4913-8EF9-38E95783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762" y="2651759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0FA8C79-C373-4F58-A602-CC55F205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03" y="2651759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store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6A94D727-6E8B-4F1D-A90C-D7EDFD1A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67911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0A2FF70-5EB0-4C41-9D0F-A5CB27AF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F4D2079-6AC6-4C6A-8F4F-DD652EA3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9D9A5B4-2A9E-4EE4-AE7A-1A68B90A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73DBA21-A37C-478B-B39D-214821BA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709159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Task = une étape. Flow = l'orchestration des tasks. Backoff = délai croissant entre réessais. Idempotent = rejouer ne change rien.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1E4B05F-2E5C-4F47-9F6A-D017BAD6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3867911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55831E01-8FCA-4B70-883E-DCA633FA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19BFAA3-FC07-4B2A-9A09-42022CF1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≈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8F468A0-30BD-4B18-9D1A-5EDF2C52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L'analogie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36931CD-90E5-4381-B1A6-57923CE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4709159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cron est un réveil (il sonne à l'heure). Un orchestrateur est un chef de gare : il enchaîne les trains, gère retards et correspondances.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A95A742F-20A1-46F0-B2CE-B2CC8691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BFE3666-2C3A-4BB4-9289-94DC5BF5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Orchestrer = rendre le pipeline résilient ET observable, pas juste le lancer.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7DB8B57-FB4D-4257-B40F-483A910B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F871E00-DF53-4A1B-865C-4B098115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00624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9F8F80-C4EA-43B0-ADBE-81139C92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DE9B74D-C49A-4B17-9DB0-D13487B4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1CF3FA0-4481-47B3-83B8-89B6BC6B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Idempotence &amp; retries : rejouer sans casser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59D41D-F0C9-4E52-8700-0C848905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On ne réessaie que les erreurs transitoires, et chaque étape doit pouvoir être rejouée sans effet de bord.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0D12CA8F-BD81-417D-9F71-B1DD37CC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431F921-454F-4FF8-96EF-6A6622F1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Transitoire (DB indisponible 1 s) → retry ; déterministe (schéma invalide) → échouera toujours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3EC9164-C205-4252-B632-1E7BC1EF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7581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2AA313B-5EF6-4370-9390-1CCA4869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64845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Idempotence = condition d'une reprise sûre après incident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CEAC1D3-BAA3-4FBF-9113-2696CE59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28108382-FEB9-4F90-BA83-B15D359B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25E6F3A-61CA-4C70-9F20-E75B7754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FECCE5F-CA75-453D-946E-0095DA42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Astuce de pro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44105A0-8F31-4DA7-8595-9BAC33C9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Figez les contrats des tasks (entrées/sorties/erreurs) AVANT de coder : on évite de découvrir les incompatibilités à l'exécution.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C2D6342-E675-489F-90F9-5CD9366C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A8DFD1BE-7DF5-4333-B231-41F01F4E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F812334-5EB6-4B75-BC62-6EF0F25D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399603-36C7-4F2E-BC11-FD47BB3C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Idée reçue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C00F246-8CDC-4BB6-911A-E0870A2D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« Il faut réessayer toutes les erreurs. » FAUX : réessayer une erreur déterministe = boucle inutile. Retry = transitoire uniquement.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D97EB9B8-B29E-4FB5-A11F-AF9F923E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7CE8F6C-C767-42DE-8226-B871C585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Retry sur le transitoire ; idempotence pour la reprise.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6975D0F-173B-408E-A41E-B22D6FF1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FA571C3-ACDA-484A-B3DD-7D0CB545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9699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881109-7C54-4FA5-B05D-56588F30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1C0C2F2-F7A9-444A-BBF5-F2BB41B9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6AEC68-8586-4D49-9D30-BAB5B552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piège data : la fuite inter-machines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BF22021-A55B-4ED6-A1EC-96A50B13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Joindre température et pression sans préciser la machine fait hériter à une machine la pression d'une autre.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37F49F50-C067-47D7-AB61-F13AFD8B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E91DC47-BAB4-4BCE-BD38-B3DB2690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merge_asof sans by="machine" : MACH-01 récupère la pression de MACH-02 au même instant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E3E1E55E-F84D-4708-A402-F6C8F70A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7581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8E57442-3D80-4F66-8DC6-EB104465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64845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Correction : by="machine" (tolérance ±90 min, nearest) ; résidu non-joint ≈ 1,76 %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B8DA603-C1DE-4EE5-B240-38E2B1CC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98264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AEE769BE-0F90-4937-932A-C913EE97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59943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F2BC52-E57A-4022-B007-26A2896E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5720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C8FE910-4037-49B9-8E68-34D2970F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636008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A096543-6E39-4F30-A312-348A4C08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239512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merge_asof sans by ne lève AUCUNE erreur : le bug est silencieux, visible seulement si on inspecte les valeurs.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65BF92B-CD79-4480-9901-6FC4D9EB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398264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708B7555-1943-4E44-B6F3-8FF291F5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59943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D0F9B71-4C32-43E1-BFAF-71C3C8F4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5720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A63E5E0-802A-4109-ABD7-57ED7D40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636008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Cas réel InduSense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47B050E-E8AD-4194-ADE5-7E22E9C2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239512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Symptôme : pressions incohérentes pour une machine → hypothèse → by="machine" → test qui repasse au vert.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2C5D2199-06F5-46AF-9B5D-FB75E784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198D731-C1C0-4511-925F-CE35055D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by="machine" : la clé qui empêche la fuite inter-machines.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443592-254A-4561-91C2-B85F9AB6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2822FD6-E3E3-41D4-B656-FC944EAA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532122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5269723-C42E-4ADF-A902-BC084B15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C296858-EE9E-4918-869E-26161D24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65A8D6C-6FEE-43B4-A337-A1E8416E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flow, en vrai (task / flow + la jointure)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9B0372B-5D66-45A3-9065-870202D0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Le flow orchestre des tasks ; la task ingest joint température et pression PAR machine.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13068B9-81E7-4588-86C6-17CBDDBD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1800098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298A00-CF81-4182-BA09-956CB8D6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52344"/>
            <a:ext cx="17269460" cy="28147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@task(retries=2, retry_delay_seconds=3)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ingest(data_dir):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temp = temp.sort_values("timestamp")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pres = pres.sort_values("timestamp")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return pd.merge_asof(temp, pres, on="timestamp", by="machine",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direction="nearest", tolerance=pd.Timedelta(minutes=90))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@flow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predict_flow(data_dir):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return store(predict(feature(ingest(data_dir))))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1E30A33-7ECE-478C-BCA1-93D4138D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2356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EAA8429F-ED6F-48B4-B282-D1812944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82472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D537C19-D660-4089-9750-F643F9D1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79729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E309651-BB07-48CA-A3DF-BF37A267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586130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27F5806-DDA6-44DD-ACE9-67ED4174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646480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merge_asof SANS by="machine" : une machine hérite de la pression d'une autre (fuite silencieuse, 0 erreur).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0DBCCE4-8E1D-487E-A369-39BBC66D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562356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7B4634B2-027C-4254-9E96-C776CC90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82472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88DD756-8F31-4434-BCF0-FF21B3D4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79729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7576954-291F-4B0E-8B8F-505E27B8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586130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Astuce de pro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CEE8903-E1E6-45B4-93F3-81873B7C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646480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Retries sur le transitoire (DB 1 s), jamais sur une erreur déterministe (schéma).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16AB402-75C6-4240-8E52-8F0C18D0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BB3A969-A46E-41B6-AF3C-A0703508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Orchestrer = retries + observabilité + dépendances. C6/C7.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77552D9-F424-445C-B768-D17A10E5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8C5EE2C-7CC6-4573-B75A-D65C12DA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374712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44D91A9-827C-40F1-9A8A-AA03C8B7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0113AE4-4C68-4186-A0A6-728597DF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1644EC0-23FE-435A-9DB3-B7F97855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en 3 points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0BB331D3-C0E4-4778-9E2E-5A28A798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DE7F384-337A-47A4-B12A-1A694864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flow enchaîne des tâches.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0190CBA-A467-442E-AD0B-1033BBB6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A3815DD-B1DC-4007-A029-1DC26C8B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Retry + backoff = robustesse face aux pannes transitoires.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948D10B-A534-44EC-AFB0-F73F1E7B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FED0395-63F9-4941-8DC3-78563BDE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conçoit l'idempotence AVANT de coder.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D3DC0EF-61CB-4572-A516-436D76F7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1AC372-17FF-4D26-955B-A8A4391E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28473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8C84953-4B13-4314-9F75-CE3EAE2E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8EB43F0-D84C-44D2-933A-D6C6ACF3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8A036D2-17FF-4595-8CB7-3083862D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Travaux dirigés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28B7FF0-2BF7-4A4E-B487-675367B5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29 — TP guidé, correction au fil de l'eau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C0E9BB-9329-452C-9860-FE2530B2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2983457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6243BC-6B4E-4802-8DF2-A5A05A07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6016075-9DE8-4767-B99D-76C6C275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5ECDCE3-F066-4641-9918-817F6A2F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flow « hello »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07C79F9-C6B2-4C3D-AA85-737340FE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9CCA3E-DD14-47A1-A525-FA05285B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@task(retries=2, retry_delay_seconds=3)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ping(name): return f"pong:{name}"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@flow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hello_flow(name="indusense"): return ping(name)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7D12720-1B72-4BC0-BD36-0E7ED6A4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A4C2D11-781A-49A9-88B5-DDBB26E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7905029-E8E8-437F-BCFB-91BCC1F6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88620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✅ Point de contrôle  uv run python -m indusense.flows.hello → pong:indusense + run loggé.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5E75F18-0D59-4D2F-A286-9B4D7943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093385-7597-4D76-B77F-A208BDF9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983882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55BC04C-B8CE-4AB4-8DE5-F06B729E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34C9BC8-81ED-434D-9D67-CF063FA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8AF28B6-43CD-4A14-B5DF-D542A1C7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design du flow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5F913B4-529C-4D1F-A7D4-D7448DD0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E2BE1C2-3716-4FAB-9E29-18EC3F05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ingest → feature → predict → store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(table I/O : entrée / sortie / erreur, par tâche)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83E25B0-590C-4BF1-91E4-DF3BBC8A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63239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A997C58-C922-4EA4-9992-BA69E6CD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63239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8B7892-B98F-4EA6-B93B-F3B5BA22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154679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Données réelles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ingest = merge_asof by="machine" (±90 min) ; résidu non-joint ≈ 1,76 %.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79EA63-7C12-492E-B4C1-44274F75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3BDFFAB-0C14-4123-858E-2B8170E0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45817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A30C11-AE29-4380-8730-5FAD3B58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9AC4B7-6D80-4281-8869-99F1E537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7D094FC-1795-4264-A0E8-23583234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Autonomie tutorée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F88793C-1D7B-46D4-9BFE-F6E2810C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29 — vous avancez, le formateur reste disponible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A07820D-DD98-4896-8F5B-B70D4207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250730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A315CE-9F74-41F1-85F2-2DCEBF70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FF17FA8-2E9C-435E-B4AF-55E1F857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B792FB-1D1D-427B-9DAA-750947D3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Autonomie tutorée — paramétrer le flow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82741F0-C4AB-41AC-AF82-58ED4336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Avancez à votre rythme. Le formateur reste disponible.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3BDD919-13A1-4FC2-8795-828F42A4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54ACCBD-C755-421B-9A85-23A8A622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Ajouter un paramètre (@flow recevant data_dir) + logs par task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BDA173E-9BD3-4E3A-BF99-03D1CBEF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FCD3B60-E77B-4517-9508-3573C8A3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OU dessiner une branche d'alerte (si proba &gt; seuil)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5CA48B5-5E5D-43D0-9EF2-4E18A78A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03320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B31C4C5-41C6-4F68-A45A-CB96E03C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904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24231B9-E5E4-4DC3-8C4C-F38BDC3F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877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4EF6252-E654-4A76-A37F-878BC3A8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41063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Posture en distanciel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C227B5E-5D35-43C3-8CF5-1915CE4F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544568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valide le contrat des tâches avant d'implémenter (module 30). Partagez votre diagramme pour relecture express.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5F9879-6808-4DA6-9AA6-659F40F2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B25AD6B-0347-44A7-B80B-81B5C03F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3840897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545643C-AD51-45FB-B122-DCA21F17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806D0AF-AB7D-4810-8216-E15B6586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82CAC49-DA0A-42DE-BFE4-715FF526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Definition of Done &amp; transition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A02573D4-6AA7-4822-81DC-F818FE6C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2A4482F-A8C4-4C31-8B30-09BE876C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DoD : flow hello exécutable + design (mermaid + table I/O)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FA22FB0-DE9B-4CBD-B9F6-73334841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C33AF45-BF98-4A48-83DE-7B0F83D2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0EECA66-190A-42C9-87CA-DDC030B9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2551176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Transition → Module 30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implémente le flow réel sur les vraies données + persistance.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2286985-480C-4F6C-9A15-B707CEAD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3569F8-32AA-44A0-9742-97705EE0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80271682"/>
      </p:ext>
    </p:extLst>
  </p:cSld>
</p:sld>
</file>

<file path=ppt/theme/theme1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2026-08-24T07:13:12.7620000Z</dcterms:created>
  <dcterms:modified xsi:type="dcterms:W3CDTF">2026-08-24T07:13:12.7620000Z</dcterms:modified>
</coreProperties>
</file>