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bac9c9b5574c3e" /><Relationship Type="http://schemas.openxmlformats.org/officeDocument/2006/relationships/extended-properties" Target="/docProps/app.xml" Id="R45261c37a5e44045" /><Relationship Type="http://schemas.openxmlformats.org/officeDocument/2006/relationships/officeDocument" Target="/ppt/presentation.xml" Id="R8d29bef809af41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e4d8e89d8044bc"/>
  </p:sldMasterIdLst>
  <p:notesMasterIdLst>
    <p:notesMasterId xmlns:r="http://schemas.openxmlformats.org/officeDocument/2006/relationships" r:id="R809a0a365744419b"/>
  </p:notesMasterIdLst>
  <p:sldIdLst>
    <p:sldId xmlns:r="http://schemas.openxmlformats.org/officeDocument/2006/relationships" id="256" r:id="R02a893bb68ae4000"/>
    <p:sldId xmlns:r="http://schemas.openxmlformats.org/officeDocument/2006/relationships" id="257" r:id="R1fda73123ad94361"/>
    <p:sldId xmlns:r="http://schemas.openxmlformats.org/officeDocument/2006/relationships" id="258" r:id="Rc7232eb955aa4648"/>
    <p:sldId xmlns:r="http://schemas.openxmlformats.org/officeDocument/2006/relationships" id="259" r:id="Rbb9aaf155ffe49a0"/>
    <p:sldId xmlns:r="http://schemas.openxmlformats.org/officeDocument/2006/relationships" id="260" r:id="R5af0093ccb904217"/>
    <p:sldId xmlns:r="http://schemas.openxmlformats.org/officeDocument/2006/relationships" id="261" r:id="R10b7a81a7a1c48d9"/>
    <p:sldId xmlns:r="http://schemas.openxmlformats.org/officeDocument/2006/relationships" id="262" r:id="R86b21776f8074f57"/>
    <p:sldId xmlns:r="http://schemas.openxmlformats.org/officeDocument/2006/relationships" id="263" r:id="R0ed12557321944ef"/>
    <p:sldId xmlns:r="http://schemas.openxmlformats.org/officeDocument/2006/relationships" id="264" r:id="R028ad697a9954d34"/>
    <p:sldId xmlns:r="http://schemas.openxmlformats.org/officeDocument/2006/relationships" id="265" r:id="R5fcbadf8cba5453b"/>
    <p:sldId xmlns:r="http://schemas.openxmlformats.org/officeDocument/2006/relationships" id="266" r:id="Rff152785214b4ea5"/>
    <p:sldId xmlns:r="http://schemas.openxmlformats.org/officeDocument/2006/relationships" id="267" r:id="R30d86043f9454d74"/>
    <p:sldId xmlns:r="http://schemas.openxmlformats.org/officeDocument/2006/relationships" id="268" r:id="R978983f48ab8438f"/>
    <p:sldId xmlns:r="http://schemas.openxmlformats.org/officeDocument/2006/relationships" id="269" r:id="Re785596bc4b24a48"/>
    <p:sldId xmlns:r="http://schemas.openxmlformats.org/officeDocument/2006/relationships" id="270" r:id="R07d3a6c75f584b13"/>
    <p:sldId xmlns:r="http://schemas.openxmlformats.org/officeDocument/2006/relationships" id="271" r:id="Rf520a43fce08467d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68feb522a344e4" /><Relationship Type="http://schemas.openxmlformats.org/officeDocument/2006/relationships/slideMaster" Target="/ppt/slideMasters/slideMaster1.xml" Id="R32e4d8e89d8044bc" /><Relationship Type="http://schemas.openxmlformats.org/officeDocument/2006/relationships/notesMaster" Target="/ppt/notesMasters/notesMaster1.xml" Id="R809a0a365744419b" /><Relationship Type="http://schemas.openxmlformats.org/officeDocument/2006/relationships/presProps" Target="/ppt/presProps.xml" Id="R855b26a2ada04864" /><Relationship Type="http://schemas.openxmlformats.org/officeDocument/2006/relationships/viewProps" Target="/ppt/viewProps.xml" Id="R3a81f86ae59d470e" /><Relationship Type="http://schemas.openxmlformats.org/officeDocument/2006/relationships/tableStyles" Target="/ppt/tableStyles.xml" Id="R032a7a6d724e4d43" /><Relationship Type="http://schemas.openxmlformats.org/officeDocument/2006/relationships/slide" Target="/ppt/slides/slide1.xml" Id="R02a893bb68ae4000" /><Relationship Type="http://schemas.openxmlformats.org/officeDocument/2006/relationships/slide" Target="/ppt/slides/slide2.xml" Id="R1fda73123ad94361" /><Relationship Type="http://schemas.openxmlformats.org/officeDocument/2006/relationships/slide" Target="/ppt/slides/slide3.xml" Id="Rc7232eb955aa4648" /><Relationship Type="http://schemas.openxmlformats.org/officeDocument/2006/relationships/slide" Target="/ppt/slides/slide4.xml" Id="Rbb9aaf155ffe49a0" /><Relationship Type="http://schemas.openxmlformats.org/officeDocument/2006/relationships/slide" Target="/ppt/slides/slide5.xml" Id="R5af0093ccb904217" /><Relationship Type="http://schemas.openxmlformats.org/officeDocument/2006/relationships/slide" Target="/ppt/slides/slide6.xml" Id="R10b7a81a7a1c48d9" /><Relationship Type="http://schemas.openxmlformats.org/officeDocument/2006/relationships/slide" Target="/ppt/slides/slide7.xml" Id="R86b21776f8074f57" /><Relationship Type="http://schemas.openxmlformats.org/officeDocument/2006/relationships/slide" Target="/ppt/slides/slide8.xml" Id="R0ed12557321944ef" /><Relationship Type="http://schemas.openxmlformats.org/officeDocument/2006/relationships/slide" Target="/ppt/slides/slide9.xml" Id="R028ad697a9954d34" /><Relationship Type="http://schemas.openxmlformats.org/officeDocument/2006/relationships/slide" Target="/ppt/slides/slide10.xml" Id="R5fcbadf8cba5453b" /><Relationship Type="http://schemas.openxmlformats.org/officeDocument/2006/relationships/slide" Target="/ppt/slides/slide11.xml" Id="Rff152785214b4ea5" /><Relationship Type="http://schemas.openxmlformats.org/officeDocument/2006/relationships/slide" Target="/ppt/slides/slide12.xml" Id="R30d86043f9454d74" /><Relationship Type="http://schemas.openxmlformats.org/officeDocument/2006/relationships/slide" Target="/ppt/slides/slide13.xml" Id="R978983f48ab8438f" /><Relationship Type="http://schemas.openxmlformats.org/officeDocument/2006/relationships/slide" Target="/ppt/slides/slide14.xml" Id="Re785596bc4b24a48" /><Relationship Type="http://schemas.openxmlformats.org/officeDocument/2006/relationships/slide" Target="/ppt/slides/slide15.xml" Id="R07d3a6c75f584b13" /><Relationship Type="http://schemas.openxmlformats.org/officeDocument/2006/relationships/slide" Target="/ppt/slides/slide16.xml" Id="Rf520a43fce0846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e5d1a33474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9ea8fd76e547c5" /><Relationship Type="http://schemas.openxmlformats.org/officeDocument/2006/relationships/notesMaster" Target="/ppt/notesMasters/notesMaster1.xml" Id="R302162532ca2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8292d581b44ec2" /><Relationship Type="http://schemas.openxmlformats.org/officeDocument/2006/relationships/notesMaster" Target="/ppt/notesMasters/notesMaster1.xml" Id="Ref15d995af1046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d2b5ea60c54e39" /><Relationship Type="http://schemas.openxmlformats.org/officeDocument/2006/relationships/notesMaster" Target="/ppt/notesMasters/notesMaster1.xml" Id="Rbcf50613f4aa46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554cbf20dc4a66" /><Relationship Type="http://schemas.openxmlformats.org/officeDocument/2006/relationships/notesMaster" Target="/ppt/notesMasters/notesMaster1.xml" Id="R63c7dd14c31145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0890f24012440e" /><Relationship Type="http://schemas.openxmlformats.org/officeDocument/2006/relationships/notesMaster" Target="/ppt/notesMasters/notesMaster1.xml" Id="R4cdd543f586844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82ce4804414791" /><Relationship Type="http://schemas.openxmlformats.org/officeDocument/2006/relationships/notesMaster" Target="/ppt/notesMasters/notesMaster1.xml" Id="Rf481b081ab6748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b2ece770c64efa" /><Relationship Type="http://schemas.openxmlformats.org/officeDocument/2006/relationships/notesMaster" Target="/ppt/notesMasters/notesMaster1.xml" Id="R3efd2c8c0aa24d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240e6c86964b01" /><Relationship Type="http://schemas.openxmlformats.org/officeDocument/2006/relationships/notesMaster" Target="/ppt/notesMasters/notesMaster1.xml" Id="R32d13b095b8447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4863be704c4b28" /><Relationship Type="http://schemas.openxmlformats.org/officeDocument/2006/relationships/notesMaster" Target="/ppt/notesMasters/notesMaster1.xml" Id="R6cadbf018d4044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55a994a9bf436a" /><Relationship Type="http://schemas.openxmlformats.org/officeDocument/2006/relationships/notesMaster" Target="/ppt/notesMasters/notesMaster1.xml" Id="R3899ed81f69540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9dd24b2bf94a53" /><Relationship Type="http://schemas.openxmlformats.org/officeDocument/2006/relationships/notesMaster" Target="/ppt/notesMasters/notesMaster1.xml" Id="R7b56beb493ac4e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ce21cb4a184c97" /><Relationship Type="http://schemas.openxmlformats.org/officeDocument/2006/relationships/notesMaster" Target="/ppt/notesMasters/notesMaster1.xml" Id="R285116b5823f44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c2b07eaf0d4d08" /><Relationship Type="http://schemas.openxmlformats.org/officeDocument/2006/relationships/notesMaster" Target="/ppt/notesMasters/notesMaster1.xml" Id="R2b1a93d0fbd147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b39bf979224cee" /><Relationship Type="http://schemas.openxmlformats.org/officeDocument/2006/relationships/notesMaster" Target="/ppt/notesMasters/notesMaster1.xml" Id="Rd876a69952df45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3d1f83eb8f4d89" /><Relationship Type="http://schemas.openxmlformats.org/officeDocument/2006/relationships/notesMaster" Target="/ppt/notesMasters/notesMaster1.xml" Id="R133732938ce94a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1310dc3d0e45cf" /><Relationship Type="http://schemas.openxmlformats.org/officeDocument/2006/relationships/notesMaster" Target="/ppt/notesMasters/notesMaster1.xml" Id="R782a27cc1e544d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8b294969a46bd" /><Relationship Type="http://schemas.openxmlformats.org/officeDocument/2006/relationships/image" Target="/ppt/media/image.png" Id="R4e082fd5c3144d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07dfe03284baa" /><Relationship Type="http://schemas.openxmlformats.org/officeDocument/2006/relationships/image" Target="/ppt/media/image2.png" Id="R1d03d87965b44a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33ac9c1a74978" /><Relationship Type="http://schemas.openxmlformats.org/officeDocument/2006/relationships/image" Target="/ppt/media/image3.png" Id="R099f165a28d042d3" /><Relationship Type="http://schemas.openxmlformats.org/officeDocument/2006/relationships/image" Target="/ppt/media/image4.png" Id="Rf95136d4bd6e47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8df0c3ea54bef" /><Relationship Type="http://schemas.openxmlformats.org/officeDocument/2006/relationships/image" Target="/ppt/media/image5.png" Id="Rd865cacb4dee4ab6" /><Relationship Type="http://schemas.openxmlformats.org/officeDocument/2006/relationships/image" Target="/ppt/media/image4.png" Id="Re2f4ceeb6d1a4b7a" /><Relationship Type="http://schemas.openxmlformats.org/officeDocument/2006/relationships/image" Target="/ppt/media/image6.png" Id="R906845adcdd44c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890c98c3d4e78" /><Relationship Type="http://schemas.openxmlformats.org/officeDocument/2006/relationships/image" Target="/ppt/media/image5.png" Id="Ra46299b2c31b4b5b" /><Relationship Type="http://schemas.openxmlformats.org/officeDocument/2006/relationships/image" Target="/ppt/media/image4.png" Id="R0f4db542d34b4ec6" /><Relationship Type="http://schemas.openxmlformats.org/officeDocument/2006/relationships/image" Target="/ppt/media/image6.png" Id="R23b00c671d2e4f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02d4cdd144dcf" /><Relationship Type="http://schemas.openxmlformats.org/officeDocument/2006/relationships/image" Target="/ppt/media/image5.png" Id="R6dfdff39d5f449a7" /><Relationship Type="http://schemas.openxmlformats.org/officeDocument/2006/relationships/image" Target="/ppt/media/image4.png" Id="Rbd0d553dea6c4410" /><Relationship Type="http://schemas.openxmlformats.org/officeDocument/2006/relationships/image" Target="/ppt/media/image6.png" Id="R3daa87665b484c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da41376da4ebb" /><Relationship Type="http://schemas.openxmlformats.org/officeDocument/2006/relationships/image" Target="/ppt/media/image5.png" Id="R65b83a5e15e54701" /><Relationship Type="http://schemas.openxmlformats.org/officeDocument/2006/relationships/image" Target="/ppt/media/image4.png" Id="R133a4dea4bf54d6a" /><Relationship Type="http://schemas.openxmlformats.org/officeDocument/2006/relationships/image" Target="/ppt/media/image6.png" Id="R7f55dd697b4245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8bf88ebc94967" /><Relationship Type="http://schemas.openxmlformats.org/officeDocument/2006/relationships/image" Target="/ppt/media/image5.png" Id="Refe2302420da4167" /><Relationship Type="http://schemas.openxmlformats.org/officeDocument/2006/relationships/image" Target="/ppt/media/image4.png" Id="R9648726f315c4419" /><Relationship Type="http://schemas.openxmlformats.org/officeDocument/2006/relationships/image" Target="/ppt/media/image6.png" Id="R26a52713e0fe484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ece6b37034ab9" /><Relationship Type="http://schemas.openxmlformats.org/officeDocument/2006/relationships/image" Target="/ppt/media/image7.png" Id="R3d9ccf11e6ad4a4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3dbe0f48340b3" /><Relationship Type="http://schemas.openxmlformats.org/officeDocument/2006/relationships/image" Target="/ppt/media/image8.png" Id="R8ee6d4f9b2e5430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75457a2744213" /><Relationship Type="http://schemas.openxmlformats.org/officeDocument/2006/relationships/image" Target="/ppt/media/image9.png" Id="R492386f5546b48e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ff88ab44a41e9" /><Relationship Type="http://schemas.openxmlformats.org/officeDocument/2006/relationships/image" Target="/ppt/media/image10.png" Id="R6c3498f98674483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73714ad1840f3" /><Relationship Type="http://schemas.openxmlformats.org/officeDocument/2006/relationships/image" Target="/ppt/media/image11.png" Id="R0d9fb9b37cef4fc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bad15ad2443f8" /><Relationship Type="http://schemas.openxmlformats.org/officeDocument/2006/relationships/image" Target="/ppt/media/image12.png" Id="R248350c3b41c4f0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f1af46a25435d" /><Relationship Type="http://schemas.openxmlformats.org/officeDocument/2006/relationships/image" Target="/ppt/media/image13.png" Id="R9735f69468ef4d9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7fcad580d4ca0" /><Relationship Type="http://schemas.openxmlformats.org/officeDocument/2006/relationships/image" Target="/ppt/media/image2.png" Id="R0c3d47e32487419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85c17d5064e5e" /><Relationship Type="http://schemas.openxmlformats.org/officeDocument/2006/relationships/image" Target="/ppt/media/image14.png" Id="Rcdd91b7afc8f4e30" /><Relationship Type="http://schemas.openxmlformats.org/officeDocument/2006/relationships/image" Target="/ppt/media/image15.png" Id="Refcf63c6790c4b3d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4e082fd5c3144d1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1d03d87965b44a99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099f165a28d042d3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136d4bd6e47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d865cacb4dee4ab6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4ceeb6d1a4b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845adcdd44c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a46299b2c31b4b5b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db542d34b4e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00c671d2e4f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6dfdff39d5f449a7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d553dea6c44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a87665b484c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65b83a5e15e5470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a4dea4bf5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5dd697b424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efe2302420da4167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8726f315c4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52713e0fe4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3d9ccf11e6ad4a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8ee6d4f9b2e5430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492386f5546b48e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6c3498f98674483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0d9fb9b37cef4fc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248350c3b41c4f0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9735f69468ef4d9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0c3d47e32487419e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cdd91b7afc8f4e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f63c6790c4b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a4992e3b69440d" /><Relationship Type="http://schemas.openxmlformats.org/officeDocument/2006/relationships/slideLayout" Target="/ppt/slideLayouts/slideLayout1.xml" Id="Rbcc6ce8b4e8c4724" /><Relationship Type="http://schemas.openxmlformats.org/officeDocument/2006/relationships/slideLayout" Target="/ppt/slideLayouts/slideLayout2.xml" Id="R2da75fd51a0b45ea" /><Relationship Type="http://schemas.openxmlformats.org/officeDocument/2006/relationships/slideLayout" Target="/ppt/slideLayouts/slideLayout3.xml" Id="R06dabd5342ad4033" /><Relationship Type="http://schemas.openxmlformats.org/officeDocument/2006/relationships/slideLayout" Target="/ppt/slideLayouts/slideLayout4.xml" Id="Rd5e112c6e14143bf" /><Relationship Type="http://schemas.openxmlformats.org/officeDocument/2006/relationships/slideLayout" Target="/ppt/slideLayouts/slideLayout5.xml" Id="R71c192697dd64c32" /><Relationship Type="http://schemas.openxmlformats.org/officeDocument/2006/relationships/slideLayout" Target="/ppt/slideLayouts/slideLayout6.xml" Id="R93ef3136df924740" /><Relationship Type="http://schemas.openxmlformats.org/officeDocument/2006/relationships/slideLayout" Target="/ppt/slideLayouts/slideLayout7.xml" Id="R469bad05d8a84e07" /><Relationship Type="http://schemas.openxmlformats.org/officeDocument/2006/relationships/slideLayout" Target="/ppt/slideLayouts/slideLayout8.xml" Id="R988c25d36e554eb6" /><Relationship Type="http://schemas.openxmlformats.org/officeDocument/2006/relationships/slideLayout" Target="/ppt/slideLayouts/slideLayout9.xml" Id="Rf4a780a3d8d34b86" /><Relationship Type="http://schemas.openxmlformats.org/officeDocument/2006/relationships/slideLayout" Target="/ppt/slideLayouts/slideLayout10.xml" Id="R99e5d957a79b411e" /><Relationship Type="http://schemas.openxmlformats.org/officeDocument/2006/relationships/slideLayout" Target="/ppt/slideLayouts/slideLayout11.xml" Id="R2e811e19efb648df" /><Relationship Type="http://schemas.openxmlformats.org/officeDocument/2006/relationships/slideLayout" Target="/ppt/slideLayouts/slideLayout12.xml" Id="R50e2032cddd34259" /><Relationship Type="http://schemas.openxmlformats.org/officeDocument/2006/relationships/slideLayout" Target="/ppt/slideLayouts/slideLayout13.xml" Id="R43c4d6bdb096474c" /><Relationship Type="http://schemas.openxmlformats.org/officeDocument/2006/relationships/slideLayout" Target="/ppt/slideLayouts/slideLayout14.xml" Id="Rea9d4be3d9374aa4" /><Relationship Type="http://schemas.openxmlformats.org/officeDocument/2006/relationships/slideLayout" Target="/ppt/slideLayouts/slideLayout15.xml" Id="R5915c89d1df047dc" /><Relationship Type="http://schemas.openxmlformats.org/officeDocument/2006/relationships/slideLayout" Target="/ppt/slideLayouts/slideLayout16.xml" Id="R4da1918d31f84694" /><Relationship Type="http://schemas.openxmlformats.org/officeDocument/2006/relationships/slideLayout" Target="/ppt/slideLayouts/slideLayout17.xml" Id="R5eb104aeb12d4a2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c6ce8b4e8c4724"/>
    <p:sldLayoutId xmlns:r="http://schemas.openxmlformats.org/officeDocument/2006/relationships" id="2147483650" r:id="R2da75fd51a0b45ea"/>
    <p:sldLayoutId xmlns:r="http://schemas.openxmlformats.org/officeDocument/2006/relationships" id="2147483651" r:id="R06dabd5342ad4033"/>
    <p:sldLayoutId xmlns:r="http://schemas.openxmlformats.org/officeDocument/2006/relationships" id="2147483652" r:id="Rd5e112c6e14143bf"/>
    <p:sldLayoutId xmlns:r="http://schemas.openxmlformats.org/officeDocument/2006/relationships" id="2147483653" r:id="R71c192697dd64c32"/>
    <p:sldLayoutId xmlns:r="http://schemas.openxmlformats.org/officeDocument/2006/relationships" id="2147483654" r:id="R93ef3136df924740"/>
    <p:sldLayoutId xmlns:r="http://schemas.openxmlformats.org/officeDocument/2006/relationships" id="2147483655" r:id="R469bad05d8a84e07"/>
    <p:sldLayoutId xmlns:r="http://schemas.openxmlformats.org/officeDocument/2006/relationships" id="2147483656" r:id="R988c25d36e554eb6"/>
    <p:sldLayoutId xmlns:r="http://schemas.openxmlformats.org/officeDocument/2006/relationships" id="2147483657" r:id="Rf4a780a3d8d34b86"/>
    <p:sldLayoutId xmlns:r="http://schemas.openxmlformats.org/officeDocument/2006/relationships" id="2147483658" r:id="R99e5d957a79b411e"/>
    <p:sldLayoutId xmlns:r="http://schemas.openxmlformats.org/officeDocument/2006/relationships" id="2147483659" r:id="R2e811e19efb648df"/>
    <p:sldLayoutId xmlns:r="http://schemas.openxmlformats.org/officeDocument/2006/relationships" id="2147483660" r:id="R50e2032cddd34259"/>
    <p:sldLayoutId xmlns:r="http://schemas.openxmlformats.org/officeDocument/2006/relationships" id="2147483661" r:id="R43c4d6bdb096474c"/>
    <p:sldLayoutId xmlns:r="http://schemas.openxmlformats.org/officeDocument/2006/relationships" id="2147483662" r:id="Rea9d4be3d9374aa4"/>
    <p:sldLayoutId xmlns:r="http://schemas.openxmlformats.org/officeDocument/2006/relationships" id="2147483663" r:id="R5915c89d1df047dc"/>
    <p:sldLayoutId xmlns:r="http://schemas.openxmlformats.org/officeDocument/2006/relationships" id="2147483664" r:id="R4da1918d31f84694"/>
    <p:sldLayoutId xmlns:r="http://schemas.openxmlformats.org/officeDocument/2006/relationships" id="2147483665" r:id="R5eb104aeb12d4a29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154595d57dc48d5" /><Relationship Type="http://schemas.openxmlformats.org/officeDocument/2006/relationships/image" Target="/ppt/media/image15.png" Id="R1522162960a64bc5" /><Relationship Type="http://schemas.openxmlformats.org/officeDocument/2006/relationships/notesSlide" Target="/ppt/notesSlides/notesSlide1.xml" Id="Rc781348b25014d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bb6acaa48f64728" /><Relationship Type="http://schemas.openxmlformats.org/officeDocument/2006/relationships/notesSlide" Target="/ppt/notesSlides/notesSlide2.xml" Id="Rfe8491c8d0dd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df6ed87c9ff4a6d" /><Relationship Type="http://schemas.openxmlformats.org/officeDocument/2006/relationships/notesSlide" Target="/ppt/notesSlides/notesSlide3.xml" Id="R5831e85a06e541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5c781a0088e419b" /><Relationship Type="http://schemas.openxmlformats.org/officeDocument/2006/relationships/notesSlide" Target="/ppt/notesSlides/notesSlide4.xml" Id="R9b46f687a69741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442e01abb424a1c" /><Relationship Type="http://schemas.openxmlformats.org/officeDocument/2006/relationships/notesSlide" Target="/ppt/notesSlides/notesSlide5.xml" Id="R9fcca90ac54b4f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e8f7b2a1a0d4f96" /><Relationship Type="http://schemas.openxmlformats.org/officeDocument/2006/relationships/notesSlide" Target="/ppt/notesSlides/notesSlide6.xml" Id="R3769be5ec7f146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e458ff4a11d472c" /><Relationship Type="http://schemas.openxmlformats.org/officeDocument/2006/relationships/notesSlide" Target="/ppt/notesSlides/notesSlide7.xml" Id="Rd071976303de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0a454805f9b492d" /><Relationship Type="http://schemas.openxmlformats.org/officeDocument/2006/relationships/notesSlide" Target="/ppt/notesSlides/notesSlide8.xml" Id="R2b7bf7ef8e0846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a2a4e5a96ec49e4" /><Relationship Type="http://schemas.openxmlformats.org/officeDocument/2006/relationships/notesSlide" Target="/ppt/notesSlides/notesSlide9.xml" Id="Rab805ce7e09445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63e237bc3774e59" /><Relationship Type="http://schemas.openxmlformats.org/officeDocument/2006/relationships/notesSlide" Target="/ppt/notesSlides/notesSlide10.xml" Id="R4d270c814aa844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341258f5f6d4c87" /><Relationship Type="http://schemas.openxmlformats.org/officeDocument/2006/relationships/notesSlide" Target="/ppt/notesSlides/notesSlide11.xml" Id="R5cb94e4ad98f49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45f4a6159e64db1" /><Relationship Type="http://schemas.openxmlformats.org/officeDocument/2006/relationships/notesSlide" Target="/ppt/notesSlides/notesSlide12.xml" Id="R0d6bbc010dae49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62e075b50d243f2" /><Relationship Type="http://schemas.openxmlformats.org/officeDocument/2006/relationships/notesSlide" Target="/ppt/notesSlides/notesSlide13.xml" Id="R382b654d631a47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43e8d90bd864315" /><Relationship Type="http://schemas.openxmlformats.org/officeDocument/2006/relationships/notesSlide" Target="/ppt/notesSlides/notesSlide14.xml" Id="R42ff3c3347454c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4232d6d767b4bbb" /><Relationship Type="http://schemas.openxmlformats.org/officeDocument/2006/relationships/notesSlide" Target="/ppt/notesSlides/notesSlide15.xml" Id="Rd514cab9c5a54d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594db02e4784af4" /><Relationship Type="http://schemas.openxmlformats.org/officeDocument/2006/relationships/notesSlide" Target="/ppt/notesSlides/notesSlide16.xml" Id="R28aebd8570874e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12996B-BEEE-405C-A743-90CB65FC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2162960a6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4EBF492-DD9C-42DB-A511-DE0F8CE2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8BE65B-3181-40F4-A0A8-D2011BCD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A9AA2C-E880-4921-BAA3-F5707AA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Sécurité &amp; menaces sur l'IA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77599F9-F821-45CA-B9A6-20AA007F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Sécurité · C2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6B36121-7169-4DA1-B8E0-F4BB052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586284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EDE6AC-6ED9-466F-91C2-B7453DD4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45F3402-DB40-40B7-AFBA-7CF554D9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993068-B07D-41FF-B9A1-817716FB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B89825D-B8FE-4A38-9E22-3CCC1E27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69F5226-B91D-474C-8780-E0DDEF65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CF9DF0-C9FC-4943-8E9C-BBDF753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682EBF7-2467-4D08-BA3C-97EBE251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Construire un threat model (STRIDE / attack tree)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AF2F595-DDC2-4E47-96B8-1AFFD08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72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3E0B284-DD86-47AF-9C62-4528DD48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1985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FD430D-C229-47E8-8D77-C551267E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4728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Prioriser 5 contrôles : 4 prouvés + audit Planifié v0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6117CCD7-E986-4483-B705-74F59D02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8736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3BD5EE6-5391-4D02-AE00-B3462C92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993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7E10D4F-0517-425E-AA91-CDF34DAD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8736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Prouver auth, validation, débit et taille de payload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8E6C2E8-95BD-4543-98AB-81BA5F67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3717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7FCADE-C719-4CB2-9A7F-BFC33EF4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0974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9621ED-9A53-4076-ADF9-7DC5BA09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83717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Spécifier l'audit futur et les risques résiduels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8A761F2-B489-4089-A4C0-5D424CF3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7C7CB63-2F2C-4303-AE76-E4AD3895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3C15A12-B24C-4EC0-84D4-0011A358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FFBF33E-6493-4317-B3CB-CF86401A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34C44C1-FE5D-42E3-8219-2025E53A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BDCF7351-A8EF-4E34-B0CB-BE8A0BC6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A576EE4-9F58-4EB0-8926-0984B45E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EF59424-1862-4033-A6BC-B00B0B0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610F2C3-D372-45AD-B5AC-10ACA64D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3471B46-ACD2-49CD-A13D-82E42352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60DF0CB-5382-4BBE-82BD-4F783DBD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B245D64D-477E-4B38-BB21-B35DE2F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8F26719-37B4-4D35-A8C3-6976C1EC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8B8B253-77D1-4D6B-9444-1A1C3DE4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8119246E-5E14-4724-AB90-2BF338D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22CC089-FF36-4E20-B6D4-5D1671F7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threat_model.md · registre 4/1 · suites API/sécu à 0 échec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2C9B9B2-532C-46C7-94EA-85A6EA43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CDACD40-A113-4F63-AB9B-DDCE5E3D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1459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0A799-99C2-4CE3-A410-8614B981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E7DC80-F90C-4BBB-990E-C3D4F873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2CA515-FCB3-46AF-8705-0EBB43A0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CD8EFC-DBB0-46B4-A8A7-653AB0CB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26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D77077-B785-421F-92FC-04167113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5658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D855C1-511C-465C-B23E-B7BD1549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2DEF826-44DA-4449-BAE9-09E94D6E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C1FEBDA-79F8-4801-A0F4-D888E9CA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50A7237-FA87-4B63-A2B4-88D3140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Quelqu'un sur le réseau bombarde ton API de requêtes et tente d'envoyer un fichier de 2 Go. Sans garde-fous, le service tombe — et la chaîne de production avec.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4A2312-D24B-41B2-9DC5-EB86D689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33CC96E-FE48-40FD-BECC-0C9B962E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A518F77-EC79-482C-B36B-39B1CAD9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C'est LE module C2 : clé d'API, limite de débit et taille de payload protègent les données et la disponibilité. On pense la menace AVANT l'incident (STRIDE).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155980F-683D-45E4-AF88-E0A9B5A1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9022FE-8D55-48F8-9FFE-8AA42C6C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200693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BB167DE-9386-43BC-AB4D-6511F1D7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CC0561C-F8E5-421B-B992-3B08FDE2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8417F3-0864-4AD7-BA9B-D6A395FF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166B82-C542-4931-B6A9-E6EA682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une API ouverte est une cible. Pourquoi : on la protège et on anticipe les menaces spécifiques à l'IA.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189D8E1-A2D3-45DE-812D-643F1DA5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AF5C8C-78ED-4939-A94C-5CCF502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Clé d'API (X-API-Key) : sans clé -&gt; 401 refusé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48C1C6C-7DF7-40C8-AB56-16D043DF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360EF2-94CF-4E7E-975F-3A00C6DB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Rate limit : trop de requêtes -&gt; 429 (anti-abus)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E25B1A8A-5C3F-4706-B01A-710DA7B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23AADA-293C-41AA-9646-DC0CD88F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Limite de taille : payload trop gros -&gt; 413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34EE992-172B-4F8D-A107-8981F44B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3A02757-37A4-4C7C-ABF3-8907315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STRIDE : méthode pour lister les menaces d'un système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C3A500B-69E4-4054-8CCE-2C8B7376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1297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B1B877-DEC3-4522-98A7-29ABD6CF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200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Garde-fous : validation stricte + logs sans secret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4EFEC74-1160-46D4-8B57-818E2376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8AD3E61-A5CD-45BF-916B-08882DB2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349A05-8AB2-4ECC-9546-352E16F1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696712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API qui refuse proprement les abus, sans jamais fuiter de secret.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FC81E27-5480-4BF1-8F09-ABF881C7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F1EB3DD-2D32-43A2-ACBD-9A4D5900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71239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C10F7A-0B84-427A-B59D-D248B24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CECC843-103B-4F9D-B98C-72DEC31F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70B9F7-9F79-42AB-A87D-48515167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Penser comme un attaquant : STRIDE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BFF94D5-3CF1-426D-AD68-1C222FFE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Avant de coder des défenses, on cartographie les menaces avec une méthode : STRIDE.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E63AE7B-6E2A-4BEB-B4E7-DFC8BFB1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5C053B-60DC-4ACE-82C0-373E2DA0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 poofing (usurpation) · T ampering (altération) · R epudiation (déni d'action)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F76AE2B-DFB8-48FC-BB56-224ABFB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3924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98A97F3-EE88-414C-9E26-DEBD9851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8269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 nformation disclosure (fuite) · D enial of service · E levation of privilege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F0CC2C8-4CAF-4267-9514-CC9B7AD6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06908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DE3C86-A787-4C59-A227-E46D2420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5935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l'applique à l'API ET au pipeline de données (arbres d'attaque)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06F05FA-B7AC-4374-A589-1EA3AC71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44568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947BE7F-DD7C-4A11-94F3-F006154A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74573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3732FC1-FBE9-40B3-9CE2-086BAFF7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71830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A013D2B-B7EE-4058-B89C-19A57F33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782312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B161742-2AC0-4823-9831-2F1863FC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385816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Threat model = modèle de menaces. Attack tree = arbre des chemins d'attaque. Surface d'attaque = tout ce qui est exposé.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A0199E0-249A-4DF0-A352-55E7D72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544568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C9C3FF8-0740-474F-B22E-ACBC8B25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74573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7469012-C918-4CDE-A2AF-CC4D3B2B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71830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≈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2ECFDDD-2EB1-4A09-82C9-A8F5A15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782312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L'analogie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69261E4-5D7A-40AC-A166-0BCD773E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385816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Modéliser les menaces, c'est faire le tour de la maison avant d'acheter des serrures : inutile de blinder la porte si la fenêtre est ouverte.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921726B-EA8F-4827-8A52-A40DE3A5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E04C91-72B5-4E4F-B530-F8363527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 cartographie ce qui peut mal tourner AVANT de coder les défenses.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2AAC31F-9DF7-4EE7-ABA2-8F3D6C51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1E3AEB5-C7F8-4C8E-9FF1-D4E4B125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950765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BB716F-34E8-4992-B268-F0050395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2DD73AF-0987-4DCA-B8CA-F5435A11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B95870-2A71-459D-B9A9-E589F03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Les menaces propres à l'IA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D7093B0-33BE-4488-B893-D5DF2192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 modèle ML ajoute des vulnérabilités que le logiciel classique n'a pas.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AB0F873-D0C4-4079-80E1-9835D78C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5A069C-30BC-4B93-9595-AEFD76B7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Adversarial : entrées modifiées pour tromper le modèle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509CF990-12AA-4CD0-AFCC-AC810F30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6B0C5B9-087D-452A-8475-26FDE048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Vol de modèle : le reconstituer par requêtes massives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9B988DB1-AFB4-45A4-8DC4-3D40271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7398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50C26A-D4FF-43A3-B48A-099A441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3016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Empoisonnement : corrompre les données d'entraînement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FDEA4FF4-1273-4A1C-BD7C-911EA069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251959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2C6A0EA-C221-4C89-A353-5DD0B81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142231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Fuite : le modèle ou les logs révèlent des données sensibles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673165B-C915-4116-90CB-2864D9A9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27448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26096D1-CDD1-42EE-AFF3-E6093304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9286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08C89E-E6FB-4337-B413-FF2A13BC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901183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CB02311-B745-4996-B096-54B691C1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965192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E792754-C2B2-4A2D-B209-DD352C0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568696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En adversarial, changer quelques pixels invisibles à l'œil peut faire prendre un « stop » pour une limitation de vitesse par un modèle de vision.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0223F01-71F5-466C-97DD-8E51716A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727448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52F56B6C-BA0A-4244-849F-7C3D14B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92861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004206F-F110-4E5E-A362-0AA41744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901183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9D138D5-E0AE-4FEA-99B1-47D7409C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965192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C6C7C1A-544B-49CF-9BC7-E7BDC442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568696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attaquant qui spamme /predict peut faire tomber le service (DoS) ET voler le modèle par extraction → rate limit + auth.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1D8CE47B-43B7-4F45-91CA-36494051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B7A2024-7555-49FD-A03A-74080D37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Aux menaces web classiques s'ajoutent les menaces spécifiques au modèle.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21FE5F2-3496-4FA6-BC9C-6FA9F264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17C4EAA-E107-4B9C-9786-0BBA1D2D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8154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ED0D81-1B47-4DC2-ACD1-30656DC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ADD1CE6-B082-4F61-87FD-547B6AB6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701EEF-4C51-407A-A7F0-268BAE3A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5 contrôles prioritaires : 4 prouvés + 1 planifié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C6D306D-C17A-4229-9DA5-2A41A2F0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 contrôle n'est acquis que si son implémentation et sa preuve existent.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6962EED-AF84-4152-B7B4-E51B5C79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51759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4B6267-AFA4-43C1-A0D0-8F8E0037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1759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401 auth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8EBBCD-2FB8-42AC-B1CF-D12B5232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2A20F15-D67C-4B3F-91B4-EA40E072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2651759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D3B2A6-0F57-424B-ABF3-AB5DE25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2651759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422 validation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0C90B6-ED76-43F4-AAC1-09BB981E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3C12D8E-611B-4222-85D2-40C1755D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2651759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F33D83D-E3D8-4B78-BBCC-182FA041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2651759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429 débit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3A1E8C1-6C6B-47D5-85A9-C9AACF8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7AFE7CB-A7AA-4113-90D3-80BCC7B8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2651759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2B235F7-C795-4153-8CC1-508C294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2651759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413 taille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E6A6D43-AF73-4627-98C7-BD7794E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1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740EB94B-FA51-4EDC-8FD6-5D3C5D74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DCB4A42-8E0D-4F10-AF0B-390313F3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B610C39-C26E-47D1-BA30-78FE3C29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C476316-3314-4B96-8A19-3275398C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59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Implémentés et prouvés : auth 401 · validation 422 · rate limit 429 · payload 413. Audit logging : Planifié v0.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F5AAAB3-B687-45BB-804D-1C5D6138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1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95B97B59-BEED-4E30-8BAE-2505B71B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0148261-5E3D-42E9-BF95-35A143E8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72B39E7-1603-4ED9-B291-7D553CB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CED7F8B-4900-4DE2-9C68-B9FF8234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59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Ne jamais journaliser clé, payload ou PII : un log trop bavard devient une fuite (module 33).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CFB71076-4CD9-4A4D-8AD9-8377B969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AA03EC9-C0D9-447C-BE97-1D096596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Priorisé ne veut pas dire implémenté : quatre preuves, une preuve future.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B584780-41CB-4AF5-A39F-BFBA078F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61E2AB2-92A8-4959-BBCA-3B8AF5C4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789185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99670C-CE3A-45A1-A7C5-752A592E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0FE9329-A88F-4C5D-9B42-2D72E169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857992-8AFF-42DE-80C3-6A08F9D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Les 4 contrôles prouvés, dans le code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A67C77-CDF4-4AE9-BFE1-07F6DEF1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Security.py, main.py, les schémas et les tests prouvent quatre défenses ; l'audit reste absent.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2BE09A-57A8-4731-BFF6-7DDD92C6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8BDEDA-6483-4C59-953D-9CA012C3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3118104"/>
            <a:ext cx="17269460" cy="1552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MAX_BODY_BYTES = 64 * 1024          # &gt; 64 Ko -&gt; 413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rate_limit_dependency(request):  # politique 60/60 -&gt; 429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require_api_key(...):           # absente/invalide -&gt; 401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validation Pydantic v2 -&gt; 422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audit logging -&gt; Planifié v0 (pas de middleware/test)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02AFBC8-4BF8-48F1-825C-BEC15F4E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99FA07B-AF6D-4638-9081-0C20F2A1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09320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8F54130-CFEB-4532-B88B-988313B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065775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195BB41-CEB2-4FBD-B1FB-7CB1C8C7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129783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90F3DB-9A94-4D67-87E2-FABEA95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733288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request-id corrèle ; il n'est pas un audit log. Ne pas utiliser Depends(rate_limit) : limit/window seraient exposés.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8CCC6C2-7DAA-4748-9AC2-9DA92BB9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892040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E679CEA-C0A6-4268-812D-A2F456B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09320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E902FC-76A9-49C3-8E00-F3261969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065775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B995BF9-9F2D-4989-9466-487E6277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5129783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1E50DC9-F78C-4578-BEB7-8CC5A8BB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733288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STRIDE sur /predict-tabular : usurpation -&gt; clé ; DoS -&gt; rate limit ; fuite -&gt; pas de secret en log ; altération -&gt; Pydantic.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8CBE9B3-6E29-49FA-80A6-0DC98BA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D183FEA-0EC5-4DFA-B4FA-34765EE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Quatre contrôles prouvés ; audit logging Planifié v0.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FCB6A87-39BA-465C-89E6-82FA08C8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76541A7-1D84-41BD-81D6-739300BE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459135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800DFD-33BE-41F0-A22B-CCB57D84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F3BDBF9-D8C8-4E8F-AEC3-B5F6DEA5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2A4AEB-3240-45DB-A5AB-164FF514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5A2D4D0-0FD9-4958-998B-8CBAE877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C43246-2401-426E-BAE2-D43288B8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Pas de clé → 401 ; trop de requêtes → 429 ; payload trop gros → 413.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3B85766B-867F-48CB-BD9E-ECC8F21D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ADAF510-7305-44EB-BF6F-759248EC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 sécurité, ça se teste comme le reste du code.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298DFC5-514F-48CB-A1DB-1EF665F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645092-4852-4018-B37D-3ECD8EC7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modélise la menace (STRIDE) avant de coder la parade.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231F21F-A6A8-463A-9DCD-8B2274FF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BAE4A5-C995-4432-A1D2-2E019E72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02586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EF2F0A-9C67-4185-AE74-1491344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9B1E541-4934-43A1-9FD2-E699A69A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EAFAD0-EF39-4D0F-8EAB-141DDF1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77ECBD9-4528-488E-83E0-3B89CDC4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26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7E64A25-1A52-41CF-8893-2AA0903A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51598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EC12ED-08D5-47E7-8BB9-DCFADE30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054B298-498E-44BD-9D67-8B3A6C40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35B025D-DF37-4799-9A29-86F8B574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attack tree &amp; contrôles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F45D1AD-4290-4598-AA35-D52C19B0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03EB7F-7CCD-4D1D-9F41-30A5FC89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preuves attendues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60 appels acceptés, 61e -&gt; 429 · payload &gt; 64 Ko -&gt; 413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suites API + sécurité -&gt; 0 échec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0AFF2E-BD98-4E2A-9EC6-B6B1F89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B5335D-8BEA-4483-9716-C0F3C79E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B3023B-56B0-460E-A229-8225E88A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Preuve attendue  threat_model.md + registre 4 Implémenté / 1 Planifié v0 + 401/422/429/413 verts.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82872BD-E353-4399-93EA-FAD92284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A6192D6-97C7-4F67-B7C3-9977A56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91527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A8FEC7-332C-4003-972F-D1B25935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C790A6A-AAAB-49FC-9989-F300672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6078E8-D0CA-4C7E-BCA6-60F46206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durcir sans casser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1CAF984D-3E08-491A-8704-F3112E04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06EED0-C06F-4106-9FB4-AC4849C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Brancher rate_limit_dependency (le wrapper fermé) et limit_body_size sur /predict-tabular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FB96769B-1DE3-45A8-8BC3-2563C4E2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23438DC-A072-4C37-BCA9-751B015A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Vérifier que /health reste libre (liveness)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D645DAD-44C1-4B5F-B9E6-51B875EA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36B6C2-9E53-4CB1-AC3E-E2BBAF3C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6512806-81A1-4B64-9D9A-03AADE9F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Lien module 33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Ne jamais mettre clé / payload dans les logs ou labels → fuite.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217173C-496C-4F78-9AC6-D86011BD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9709A4-CA6C-4626-BA9B-8F964EA2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827959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81E5DB-FE36-4F05-A0E4-1D8668AC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D07D68-5967-427C-9DF5-23665ABC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70FC03-CC3A-4187-970B-EBCF6373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3AAD72F-0341-412F-831B-9CA3E36B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26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7AC503-01F6-404D-A132-5EE50030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20316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D4AD59-04CD-492A-BD7C-5D75FD7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FDC92C0-7998-43EA-A970-2F83470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3DFDE7F-5C64-4313-960E-4356A2FF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étendre la sécurité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ABF73A7-E954-4598-8360-BD457449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21C7E35-46AC-4C80-94A2-36444135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B5771D-761B-4500-8665-043683FD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Tester que l'OpenAPI masque limit/window via rate_limit_dependency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892E36F-9029-40BF-B2AC-C455C4A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95DFD3-133A-4EBD-82DB-29E2DF77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tester la non-divulgation clé / payload / PII dans les logs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649DF66-345C-42C2-822C-18386CA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C72463F-7E59-45C6-9A4F-1B6D667B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3429EEE-5F3D-48ED-80C4-EBBB5B63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6F24C55-C9F7-4DEB-AB75-BB7C570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Preuve, pas promesse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278D61E-D771-4D3A-80A9-3D8C0BBF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 non-divulgation prouve l'absence de fuite, pas l'existence d'un audit log : il reste Planifié v0.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F1F378-7E7D-4E18-B2C0-576C72D6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FC8094A-851E-420F-88C7-0901572C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976373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BFF4E6-13CA-425F-937E-98085D4C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BEA5127-4E29-497B-AA63-FE41B669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4B8FC21-88D1-4DCF-A369-8AFD181F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947E570-B591-4F16-962A-9D8B1094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1D0CD7-BA40-4B7B-A873-F6EB13D9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threat model + registre 4 Implémenté / 1 Planifié v0 + suites API/sécu à 0 échec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828F9FC-1887-4D9E-8B01-C6596645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48F72AF-ECB3-4760-9DE9-E7D608F1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9DFC943-C9F8-4E3B-897A-E7C7A02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27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Service durci → on l'emballe dans une image Docker reproductible.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4ADF7C6-EE4D-4208-BA24-6ABBB69F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0536B6-FBED-4A78-8451-7504FD45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96129135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2026-08-24T07:13:06.4840000Z</dcterms:created>
  <dcterms:modified xsi:type="dcterms:W3CDTF">2026-08-24T07:13:06.4840000Z</dcterms:modified>
</coreProperties>
</file>