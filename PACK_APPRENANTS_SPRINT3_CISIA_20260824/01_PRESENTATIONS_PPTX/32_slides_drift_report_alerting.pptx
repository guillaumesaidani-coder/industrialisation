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3fde19edb4936" /><Relationship Type="http://schemas.openxmlformats.org/officeDocument/2006/relationships/extended-properties" Target="/docProps/app.xml" Id="R940cfc688ff24a85" /><Relationship Type="http://schemas.openxmlformats.org/officeDocument/2006/relationships/officeDocument" Target="/ppt/presentation.xml" Id="R048cd0746646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d3a4aef314a83"/>
  </p:sldMasterIdLst>
  <p:notesMasterIdLst>
    <p:notesMasterId xmlns:r="http://schemas.openxmlformats.org/officeDocument/2006/relationships" r:id="R2a06f4b6fd2d477d"/>
  </p:notesMasterIdLst>
  <p:sldIdLst>
    <p:sldId xmlns:r="http://schemas.openxmlformats.org/officeDocument/2006/relationships" id="256" r:id="R7360717af88145df"/>
    <p:sldId xmlns:r="http://schemas.openxmlformats.org/officeDocument/2006/relationships" id="257" r:id="R8b1e83e1cf7a4957"/>
    <p:sldId xmlns:r="http://schemas.openxmlformats.org/officeDocument/2006/relationships" id="258" r:id="Re74f268ce996497d"/>
    <p:sldId xmlns:r="http://schemas.openxmlformats.org/officeDocument/2006/relationships" id="259" r:id="Rdbde9f294d4a4f43"/>
    <p:sldId xmlns:r="http://schemas.openxmlformats.org/officeDocument/2006/relationships" id="260" r:id="R307f257a398a4765"/>
    <p:sldId xmlns:r="http://schemas.openxmlformats.org/officeDocument/2006/relationships" id="261" r:id="Rddb59dd9775e4875"/>
    <p:sldId xmlns:r="http://schemas.openxmlformats.org/officeDocument/2006/relationships" id="262" r:id="R23744cebb81646ea"/>
    <p:sldId xmlns:r="http://schemas.openxmlformats.org/officeDocument/2006/relationships" id="263" r:id="R776911c75bbe4cbd"/>
    <p:sldId xmlns:r="http://schemas.openxmlformats.org/officeDocument/2006/relationships" id="264" r:id="R4ce929f3366a470c"/>
    <p:sldId xmlns:r="http://schemas.openxmlformats.org/officeDocument/2006/relationships" id="265" r:id="Rabcfbe087b99436e"/>
    <p:sldId xmlns:r="http://schemas.openxmlformats.org/officeDocument/2006/relationships" id="266" r:id="Ra797def44c9f4945"/>
    <p:sldId xmlns:r="http://schemas.openxmlformats.org/officeDocument/2006/relationships" id="267" r:id="R2a1d5a7c7439463a"/>
    <p:sldId xmlns:r="http://schemas.openxmlformats.org/officeDocument/2006/relationships" id="268" r:id="Rd63b971a7780408f"/>
    <p:sldId xmlns:r="http://schemas.openxmlformats.org/officeDocument/2006/relationships" id="269" r:id="R62df0366b7314f67"/>
    <p:sldId xmlns:r="http://schemas.openxmlformats.org/officeDocument/2006/relationships" id="270" r:id="Rb2f54fa637c44736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6c94a5307c45a8" /><Relationship Type="http://schemas.openxmlformats.org/officeDocument/2006/relationships/slideMaster" Target="/ppt/slideMasters/slideMaster1.xml" Id="Re21d3a4aef314a83" /><Relationship Type="http://schemas.openxmlformats.org/officeDocument/2006/relationships/notesMaster" Target="/ppt/notesMasters/notesMaster1.xml" Id="R2a06f4b6fd2d477d" /><Relationship Type="http://schemas.openxmlformats.org/officeDocument/2006/relationships/presProps" Target="/ppt/presProps.xml" Id="R84f17bf4ac8349df" /><Relationship Type="http://schemas.openxmlformats.org/officeDocument/2006/relationships/viewProps" Target="/ppt/viewProps.xml" Id="Rbeef8b58da6d4a9d" /><Relationship Type="http://schemas.openxmlformats.org/officeDocument/2006/relationships/tableStyles" Target="/ppt/tableStyles.xml" Id="R8dfc806fba0e4552" /><Relationship Type="http://schemas.openxmlformats.org/officeDocument/2006/relationships/slide" Target="/ppt/slides/slide1.xml" Id="R7360717af88145df" /><Relationship Type="http://schemas.openxmlformats.org/officeDocument/2006/relationships/slide" Target="/ppt/slides/slide2.xml" Id="R8b1e83e1cf7a4957" /><Relationship Type="http://schemas.openxmlformats.org/officeDocument/2006/relationships/slide" Target="/ppt/slides/slide3.xml" Id="Re74f268ce996497d" /><Relationship Type="http://schemas.openxmlformats.org/officeDocument/2006/relationships/slide" Target="/ppt/slides/slide4.xml" Id="Rdbde9f294d4a4f43" /><Relationship Type="http://schemas.openxmlformats.org/officeDocument/2006/relationships/slide" Target="/ppt/slides/slide5.xml" Id="R307f257a398a4765" /><Relationship Type="http://schemas.openxmlformats.org/officeDocument/2006/relationships/slide" Target="/ppt/slides/slide6.xml" Id="Rddb59dd9775e4875" /><Relationship Type="http://schemas.openxmlformats.org/officeDocument/2006/relationships/slide" Target="/ppt/slides/slide7.xml" Id="R23744cebb81646ea" /><Relationship Type="http://schemas.openxmlformats.org/officeDocument/2006/relationships/slide" Target="/ppt/slides/slide8.xml" Id="R776911c75bbe4cbd" /><Relationship Type="http://schemas.openxmlformats.org/officeDocument/2006/relationships/slide" Target="/ppt/slides/slide9.xml" Id="R4ce929f3366a470c" /><Relationship Type="http://schemas.openxmlformats.org/officeDocument/2006/relationships/slide" Target="/ppt/slides/slide10.xml" Id="Rabcfbe087b99436e" /><Relationship Type="http://schemas.openxmlformats.org/officeDocument/2006/relationships/slide" Target="/ppt/slides/slide11.xml" Id="Ra797def44c9f4945" /><Relationship Type="http://schemas.openxmlformats.org/officeDocument/2006/relationships/slide" Target="/ppt/slides/slide12.xml" Id="R2a1d5a7c7439463a" /><Relationship Type="http://schemas.openxmlformats.org/officeDocument/2006/relationships/slide" Target="/ppt/slides/slide13.xml" Id="Rd63b971a7780408f" /><Relationship Type="http://schemas.openxmlformats.org/officeDocument/2006/relationships/slide" Target="/ppt/slides/slide14.xml" Id="R62df0366b7314f67" /><Relationship Type="http://schemas.openxmlformats.org/officeDocument/2006/relationships/slide" Target="/ppt/slides/slide15.xml" Id="Rb2f54fa637c4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121187cf9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fda6effb9415d" /><Relationship Type="http://schemas.openxmlformats.org/officeDocument/2006/relationships/notesMaster" Target="/ppt/notesMasters/notesMaster1.xml" Id="R16a477d83ab74c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c893bd752c4a4f" /><Relationship Type="http://schemas.openxmlformats.org/officeDocument/2006/relationships/notesMaster" Target="/ppt/notesMasters/notesMaster1.xml" Id="R4306e92a6fe842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5d4543247436c" /><Relationship Type="http://schemas.openxmlformats.org/officeDocument/2006/relationships/notesMaster" Target="/ppt/notesMasters/notesMaster1.xml" Id="Re0867b41353143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3b2fd81484091" /><Relationship Type="http://schemas.openxmlformats.org/officeDocument/2006/relationships/notesMaster" Target="/ppt/notesMasters/notesMaster1.xml" Id="R8e5a76b5f2f04b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80c1b60dc4366" /><Relationship Type="http://schemas.openxmlformats.org/officeDocument/2006/relationships/notesMaster" Target="/ppt/notesMasters/notesMaster1.xml" Id="R7df46220be3848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f15d1c23f465f" /><Relationship Type="http://schemas.openxmlformats.org/officeDocument/2006/relationships/notesMaster" Target="/ppt/notesMasters/notesMaster1.xml" Id="R1aee1f314f9a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8b7de917844e05" /><Relationship Type="http://schemas.openxmlformats.org/officeDocument/2006/relationships/notesMaster" Target="/ppt/notesMasters/notesMaster1.xml" Id="Rb5eb086ef41c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8751b415f946b4" /><Relationship Type="http://schemas.openxmlformats.org/officeDocument/2006/relationships/notesMaster" Target="/ppt/notesMasters/notesMaster1.xml" Id="R1160987e0ae0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31ae62cfbc437c" /><Relationship Type="http://schemas.openxmlformats.org/officeDocument/2006/relationships/notesMaster" Target="/ppt/notesMasters/notesMaster1.xml" Id="Rd6caeb0f061a49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53f890051b4cb5" /><Relationship Type="http://schemas.openxmlformats.org/officeDocument/2006/relationships/notesMaster" Target="/ppt/notesMasters/notesMaster1.xml" Id="R1ef145b3b7ab49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bde2f1cb0d4f68" /><Relationship Type="http://schemas.openxmlformats.org/officeDocument/2006/relationships/notesMaster" Target="/ppt/notesMasters/notesMaster1.xml" Id="Rde662d4385e947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0f3a17a41745b5" /><Relationship Type="http://schemas.openxmlformats.org/officeDocument/2006/relationships/notesMaster" Target="/ppt/notesMasters/notesMaster1.xml" Id="R8a38d349bded4e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21aaf63e64b08" /><Relationship Type="http://schemas.openxmlformats.org/officeDocument/2006/relationships/notesMaster" Target="/ppt/notesMasters/notesMaster1.xml" Id="R5fd129f9092949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9845b809344913" /><Relationship Type="http://schemas.openxmlformats.org/officeDocument/2006/relationships/notesMaster" Target="/ppt/notesMasters/notesMaster1.xml" Id="Rf0ccc7c2c4ff46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c7bb215c5742fc" /><Relationship Type="http://schemas.openxmlformats.org/officeDocument/2006/relationships/notesMaster" Target="/ppt/notesMasters/notesMaster1.xml" Id="R9cc8acaffc51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e8e1a1c2e4c10" /><Relationship Type="http://schemas.openxmlformats.org/officeDocument/2006/relationships/image" Target="/ppt/media/image.png" Id="Rfd85ec78bbd44f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788c1d5a54daf" /><Relationship Type="http://schemas.openxmlformats.org/officeDocument/2006/relationships/image" Target="/ppt/media/image2.png" Id="Rc4278391cf4447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bdafda71b40f4" /><Relationship Type="http://schemas.openxmlformats.org/officeDocument/2006/relationships/image" Target="/ppt/media/image3.png" Id="Raeccbbfd90a247a4" /><Relationship Type="http://schemas.openxmlformats.org/officeDocument/2006/relationships/image" Target="/ppt/media/image4.png" Id="Rf877d396b28c4b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709a9b4e245eb" /><Relationship Type="http://schemas.openxmlformats.org/officeDocument/2006/relationships/image" Target="/ppt/media/image5.png" Id="R24ba42bbb8824626" /><Relationship Type="http://schemas.openxmlformats.org/officeDocument/2006/relationships/image" Target="/ppt/media/image4.png" Id="R42b0a294c8fb42d1" /><Relationship Type="http://schemas.openxmlformats.org/officeDocument/2006/relationships/image" Target="/ppt/media/image6.png" Id="R578378e63ef742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c6509f8c94ff1" /><Relationship Type="http://schemas.openxmlformats.org/officeDocument/2006/relationships/image" Target="/ppt/media/image5.png" Id="R26f1389b7f0d4ec2" /><Relationship Type="http://schemas.openxmlformats.org/officeDocument/2006/relationships/image" Target="/ppt/media/image4.png" Id="Re49f3e44b4fa4051" /><Relationship Type="http://schemas.openxmlformats.org/officeDocument/2006/relationships/image" Target="/ppt/media/image6.png" Id="R28a6c1610a1d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15be512f34a67" /><Relationship Type="http://schemas.openxmlformats.org/officeDocument/2006/relationships/image" Target="/ppt/media/image5.png" Id="Rd301c90a622b4239" /><Relationship Type="http://schemas.openxmlformats.org/officeDocument/2006/relationships/image" Target="/ppt/media/image4.png" Id="R42cfac3f70844a75" /><Relationship Type="http://schemas.openxmlformats.org/officeDocument/2006/relationships/image" Target="/ppt/media/image6.png" Id="Rdbf39b8ff3b64a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1f1557cdf475c" /><Relationship Type="http://schemas.openxmlformats.org/officeDocument/2006/relationships/image" Target="/ppt/media/image5.png" Id="R5631d3ca41d440a0" /><Relationship Type="http://schemas.openxmlformats.org/officeDocument/2006/relationships/image" Target="/ppt/media/image4.png" Id="Rbcb5f80036fb403c" /><Relationship Type="http://schemas.openxmlformats.org/officeDocument/2006/relationships/image" Target="/ppt/media/image6.png" Id="R50a2a06d83c548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98ff0a39540de" /><Relationship Type="http://schemas.openxmlformats.org/officeDocument/2006/relationships/image" Target="/ppt/media/image5.png" Id="R01363b8522af4959" /><Relationship Type="http://schemas.openxmlformats.org/officeDocument/2006/relationships/image" Target="/ppt/media/image4.png" Id="R704ae1348e154d88" /><Relationship Type="http://schemas.openxmlformats.org/officeDocument/2006/relationships/image" Target="/ppt/media/image6.png" Id="R387c357514e74b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0eae75cd24475" /><Relationship Type="http://schemas.openxmlformats.org/officeDocument/2006/relationships/image" Target="/ppt/media/image7.png" Id="Rd11685b0005b439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1d6bc65a44c37" /><Relationship Type="http://schemas.openxmlformats.org/officeDocument/2006/relationships/image" Target="/ppt/media/image8.png" Id="R72fe5547971f43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9a1d3fa9547ca" /><Relationship Type="http://schemas.openxmlformats.org/officeDocument/2006/relationships/image" Target="/ppt/media/image9.png" Id="Rcd997ccd84d14ee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8596b4995462f" /><Relationship Type="http://schemas.openxmlformats.org/officeDocument/2006/relationships/image" Target="/ppt/media/image10.png" Id="Rbed0d9b0d72b4ea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c60f9c98b46e0" /><Relationship Type="http://schemas.openxmlformats.org/officeDocument/2006/relationships/image" Target="/ppt/media/image11.png" Id="R89d0b7623d4646d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58c5778e14118" /><Relationship Type="http://schemas.openxmlformats.org/officeDocument/2006/relationships/image" Target="/ppt/media/image12.png" Id="R5d9ec8a14ded49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b949368a248a6" /><Relationship Type="http://schemas.openxmlformats.org/officeDocument/2006/relationships/image" Target="/ppt/media/image13.png" Id="R50c81d622b1644c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80862aa354148" /><Relationship Type="http://schemas.openxmlformats.org/officeDocument/2006/relationships/image" Target="/ppt/media/image2.png" Id="R8a1f47cf1598405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f5424de8549e7" /><Relationship Type="http://schemas.openxmlformats.org/officeDocument/2006/relationships/image" Target="/ppt/media/image14.png" Id="Rb9d786b38bf746a3" /><Relationship Type="http://schemas.openxmlformats.org/officeDocument/2006/relationships/image" Target="/ppt/media/image15.png" Id="Rf59ff0b947bb465a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fd85ec78bbd44f2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c4278391cf44476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aeccbbfd90a247a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7d396b28c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24ba42bbb882462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0a294c8fb42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378e63ef7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26f1389b7f0d4ec2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f3e44b4fa4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6c1610a1d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d301c90a622b423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fac3f70844a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39b8ff3b64a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5631d3ca41d440a0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5f80036fb40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2a06d83c5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01363b8522af495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ae1348e154d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c357514e7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d11685b0005b43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72fe5547971f43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cd997ccd84d14ee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bed0d9b0d72b4e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89d0b7623d4646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5d9ec8a14ded49d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50c81d622b1644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8a1f47cf1598405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b9d786b38bf746a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ff0b947bb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5d66f817844871" /><Relationship Type="http://schemas.openxmlformats.org/officeDocument/2006/relationships/slideLayout" Target="/ppt/slideLayouts/slideLayout1.xml" Id="R3f50a1880a2747da" /><Relationship Type="http://schemas.openxmlformats.org/officeDocument/2006/relationships/slideLayout" Target="/ppt/slideLayouts/slideLayout2.xml" Id="R040355cd43b34bd1" /><Relationship Type="http://schemas.openxmlformats.org/officeDocument/2006/relationships/slideLayout" Target="/ppt/slideLayouts/slideLayout3.xml" Id="R4b52ff0648784c04" /><Relationship Type="http://schemas.openxmlformats.org/officeDocument/2006/relationships/slideLayout" Target="/ppt/slideLayouts/slideLayout4.xml" Id="R02e5718cd1694b56" /><Relationship Type="http://schemas.openxmlformats.org/officeDocument/2006/relationships/slideLayout" Target="/ppt/slideLayouts/slideLayout5.xml" Id="Re9c0de23f1614735" /><Relationship Type="http://schemas.openxmlformats.org/officeDocument/2006/relationships/slideLayout" Target="/ppt/slideLayouts/slideLayout6.xml" Id="R59fb864483394f9f" /><Relationship Type="http://schemas.openxmlformats.org/officeDocument/2006/relationships/slideLayout" Target="/ppt/slideLayouts/slideLayout7.xml" Id="Rfad8f947cf1b46fc" /><Relationship Type="http://schemas.openxmlformats.org/officeDocument/2006/relationships/slideLayout" Target="/ppt/slideLayouts/slideLayout8.xml" Id="R9fffed44cda9419d" /><Relationship Type="http://schemas.openxmlformats.org/officeDocument/2006/relationships/slideLayout" Target="/ppt/slideLayouts/slideLayout9.xml" Id="R575fcf71148b4f51" /><Relationship Type="http://schemas.openxmlformats.org/officeDocument/2006/relationships/slideLayout" Target="/ppt/slideLayouts/slideLayout10.xml" Id="R9a7ee44b7e854862" /><Relationship Type="http://schemas.openxmlformats.org/officeDocument/2006/relationships/slideLayout" Target="/ppt/slideLayouts/slideLayout11.xml" Id="Rf14f964c96d94f95" /><Relationship Type="http://schemas.openxmlformats.org/officeDocument/2006/relationships/slideLayout" Target="/ppt/slideLayouts/slideLayout12.xml" Id="Rddbc32e07eea4500" /><Relationship Type="http://schemas.openxmlformats.org/officeDocument/2006/relationships/slideLayout" Target="/ppt/slideLayouts/slideLayout13.xml" Id="Ra02363b316284c76" /><Relationship Type="http://schemas.openxmlformats.org/officeDocument/2006/relationships/slideLayout" Target="/ppt/slideLayouts/slideLayout14.xml" Id="R6783531c806541bc" /><Relationship Type="http://schemas.openxmlformats.org/officeDocument/2006/relationships/slideLayout" Target="/ppt/slideLayouts/slideLayout15.xml" Id="Ra7eacfc1bf1c4815" /><Relationship Type="http://schemas.openxmlformats.org/officeDocument/2006/relationships/slideLayout" Target="/ppt/slideLayouts/slideLayout16.xml" Id="R6e1275a8363c4960" /><Relationship Type="http://schemas.openxmlformats.org/officeDocument/2006/relationships/slideLayout" Target="/ppt/slideLayouts/slideLayout17.xml" Id="R00263be9a4e1460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0a1880a2747da"/>
    <p:sldLayoutId xmlns:r="http://schemas.openxmlformats.org/officeDocument/2006/relationships" id="2147483650" r:id="R040355cd43b34bd1"/>
    <p:sldLayoutId xmlns:r="http://schemas.openxmlformats.org/officeDocument/2006/relationships" id="2147483651" r:id="R4b52ff0648784c04"/>
    <p:sldLayoutId xmlns:r="http://schemas.openxmlformats.org/officeDocument/2006/relationships" id="2147483652" r:id="R02e5718cd1694b56"/>
    <p:sldLayoutId xmlns:r="http://schemas.openxmlformats.org/officeDocument/2006/relationships" id="2147483653" r:id="Re9c0de23f1614735"/>
    <p:sldLayoutId xmlns:r="http://schemas.openxmlformats.org/officeDocument/2006/relationships" id="2147483654" r:id="R59fb864483394f9f"/>
    <p:sldLayoutId xmlns:r="http://schemas.openxmlformats.org/officeDocument/2006/relationships" id="2147483655" r:id="Rfad8f947cf1b46fc"/>
    <p:sldLayoutId xmlns:r="http://schemas.openxmlformats.org/officeDocument/2006/relationships" id="2147483656" r:id="R9fffed44cda9419d"/>
    <p:sldLayoutId xmlns:r="http://schemas.openxmlformats.org/officeDocument/2006/relationships" id="2147483657" r:id="R575fcf71148b4f51"/>
    <p:sldLayoutId xmlns:r="http://schemas.openxmlformats.org/officeDocument/2006/relationships" id="2147483658" r:id="R9a7ee44b7e854862"/>
    <p:sldLayoutId xmlns:r="http://schemas.openxmlformats.org/officeDocument/2006/relationships" id="2147483659" r:id="Rf14f964c96d94f95"/>
    <p:sldLayoutId xmlns:r="http://schemas.openxmlformats.org/officeDocument/2006/relationships" id="2147483660" r:id="Rddbc32e07eea4500"/>
    <p:sldLayoutId xmlns:r="http://schemas.openxmlformats.org/officeDocument/2006/relationships" id="2147483661" r:id="Ra02363b316284c76"/>
    <p:sldLayoutId xmlns:r="http://schemas.openxmlformats.org/officeDocument/2006/relationships" id="2147483662" r:id="R6783531c806541bc"/>
    <p:sldLayoutId xmlns:r="http://schemas.openxmlformats.org/officeDocument/2006/relationships" id="2147483663" r:id="Ra7eacfc1bf1c4815"/>
    <p:sldLayoutId xmlns:r="http://schemas.openxmlformats.org/officeDocument/2006/relationships" id="2147483664" r:id="R6e1275a8363c4960"/>
    <p:sldLayoutId xmlns:r="http://schemas.openxmlformats.org/officeDocument/2006/relationships" id="2147483665" r:id="R00263be9a4e14609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038d4bc5da04b86" /><Relationship Type="http://schemas.openxmlformats.org/officeDocument/2006/relationships/image" Target="/ppt/media/image15.png" Id="R92fc36ddb30d438f" /><Relationship Type="http://schemas.openxmlformats.org/officeDocument/2006/relationships/notesSlide" Target="/ppt/notesSlides/notesSlide1.xml" Id="R9c918bebdd25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bd84e987ba0411d" /><Relationship Type="http://schemas.openxmlformats.org/officeDocument/2006/relationships/notesSlide" Target="/ppt/notesSlides/notesSlide2.xml" Id="R50181ec85ccc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1f153d23a234707" /><Relationship Type="http://schemas.openxmlformats.org/officeDocument/2006/relationships/notesSlide" Target="/ppt/notesSlides/notesSlide3.xml" Id="Rb3ec3ac17d4b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4ecbbe8e8014f27" /><Relationship Type="http://schemas.openxmlformats.org/officeDocument/2006/relationships/notesSlide" Target="/ppt/notesSlides/notesSlide4.xml" Id="Re9b65bde0cf04a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6764ae7e5814739" /><Relationship Type="http://schemas.openxmlformats.org/officeDocument/2006/relationships/notesSlide" Target="/ppt/notesSlides/notesSlide5.xml" Id="Rfa34530aa9e54d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89761fe86d34ed4" /><Relationship Type="http://schemas.openxmlformats.org/officeDocument/2006/relationships/notesSlide" Target="/ppt/notesSlides/notesSlide6.xml" Id="R7a925cbed07b43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1edaf382a3845a3" /><Relationship Type="http://schemas.openxmlformats.org/officeDocument/2006/relationships/notesSlide" Target="/ppt/notesSlides/notesSlide7.xml" Id="Re1d82f23324e4b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6fb146cde2c4cff" /><Relationship Type="http://schemas.openxmlformats.org/officeDocument/2006/relationships/notesSlide" Target="/ppt/notesSlides/notesSlide8.xml" Id="R1ada0211a6e642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0a3e55e73034eef" /><Relationship Type="http://schemas.openxmlformats.org/officeDocument/2006/relationships/notesSlide" Target="/ppt/notesSlides/notesSlide9.xml" Id="Rea8a1de124f74e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abca3f9eb004637" /><Relationship Type="http://schemas.openxmlformats.org/officeDocument/2006/relationships/notesSlide" Target="/ppt/notesSlides/notesSlide10.xml" Id="Rbf2bfe04eb9c4c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573539fa68f4cbf" /><Relationship Type="http://schemas.openxmlformats.org/officeDocument/2006/relationships/notesSlide" Target="/ppt/notesSlides/notesSlide11.xml" Id="R36d25b811f3a43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994e471d294617" /><Relationship Type="http://schemas.openxmlformats.org/officeDocument/2006/relationships/notesSlide" Target="/ppt/notesSlides/notesSlide12.xml" Id="R74959d41cfdc48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89147df2e484df0" /><Relationship Type="http://schemas.openxmlformats.org/officeDocument/2006/relationships/notesSlide" Target="/ppt/notesSlides/notesSlide13.xml" Id="Rc1f975ecdc2046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db734ec5f1b4168" /><Relationship Type="http://schemas.openxmlformats.org/officeDocument/2006/relationships/notesSlide" Target="/ppt/notesSlides/notesSlide14.xml" Id="R14dc5ab4587c4f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7f133d043934816" /><Relationship Type="http://schemas.openxmlformats.org/officeDocument/2006/relationships/notesSlide" Target="/ppt/notesSlides/notesSlide15.xml" Id="Rc2574deb560f40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4449225-CFFA-459E-9E64-22EA924E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c36ddb30d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CC1FF8B-FE0F-4E6D-B7ED-E804B80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5C058-394B-4BFB-9E6A-07720A5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60AC4C-A6D0-4DBB-BC33-BAC694A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Drift report + alerting (Evidently)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F8CE32-0D36-4C9D-A99E-D15D49B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US3.5 · C3/C8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248A61D-8CE1-4448-A80F-C743BB2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550158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E92089-BA2E-4C94-9A23-AAF7B66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168A54B-1E99-409E-AC29-1E3F5365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3A443A1-F571-4FB7-931E-DA8790F9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C421CBD-9745-406A-B6A2-F24380D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5301937-BE58-4D75-A2FC-028CB51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D194722-3DFA-4F4D-832B-958E33F1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86D19E-1B59-4FCB-AA7E-8AD2E3C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Générer un rapport de drift automatisé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1CC7702-7C37-454E-8E5A-A02BD09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375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A737B82-F99F-490D-A579-C1C0B72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101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149AC4-6E3F-4F71-A2D6-341A651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3756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Intégrer l'étape drift au flow (après predict)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06ED50B-C96B-4661-AEAC-68D1BF98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8A03288-8A11-4CF0-B616-BDCC057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3925EE4-31F7-44E2-968C-6D9D0F6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Définir une règle d'alerte + enregistrer l'événement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FAAE172-2D5E-4C2E-84DE-344993CC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371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8E7E6D-6F60-483B-8F08-9166A5BF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97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A37FACC-BBF1-493A-80BC-B218301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3717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Limiter le bruit (cooldown / hystérésis)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FB731FE-F361-4502-94FE-16ACD588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BF6DDF-0352-402D-843B-51AF551D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738C098E-05BB-4989-B9D4-A23A7DC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C89D1A5-5040-462C-AEDC-B87FE03C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FFBDBE-BA6F-4269-82FF-6D1CF64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C507766B-401C-49AC-9A7C-40626F0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BB4CA98-C9EC-4695-BFB9-7201FE69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11B5FAD-A405-425C-AC57-C0F7CB7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F08EB7F8-45DB-4A68-999F-BC2B2F5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C86B18B-097B-464C-AB35-C9AD7E8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EA12A3-A902-4C1F-8757-2B45AC3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0A3D1856-7D42-4165-A047-118A643F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B80BFAC-D24A-4E83-A360-2C75738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5357B05-1842-4A39-B59A-8217E84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140C28FD-27D1-46F1-A256-84068EB5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66270EE-0E9B-483A-82B0-6630350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rapport généré · alerte simulée + drift_events · test 0 → 1 → 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F4579C2-6CE2-49EE-A1E4-D365487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E734DEF-A754-4D19-A56E-77B0677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4897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734774-3841-4A0B-ACB0-33CFD491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5245FB9-BD78-43EF-B03E-AC54372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72CFF4-F23A-4B3A-B19D-64D4A2F2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AF0E78-D72A-4C21-9B25-9591FB1A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32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08CA37-04A5-4888-89AC-16FA54D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1497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11F4BF-984E-43BD-9275-480F8AA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0FF9373-D839-4D87-81C4-EF464649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8591FC-9C2B-4D47-9240-426DF92F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D01C03-DCC5-4FD8-B21D-7E22D4E1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Tu ne vas pas fixer un graphe de drift toute la journée. Le système doit t'alerter tout seul quand ça dérive — sans te spammer pour un faux positif.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C869EF-AD81-49CA-81C2-9B0D52FD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585B1B-C183-4244-80FE-2389835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EB83DF-7931-430C-AD78-D9AAEAF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Trop d'alertes = fatigue d'alarme = on finit par rater la vraie. Le cooldown est un enjeu de fiabilité humaine.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B75FA5F-6411-40B5-BBA2-5DC36C42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646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5FCD6F2-56E6-4EAC-8C88-5AE4DEB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5488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Éco-conception : calculer le drift à la bonne fréquence (et non en continu inutilement) économise du calcul.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B3F588-A4C8-4DE7-B376-E65FD9DB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32FD88-6047-483C-AC58-1B34CA3E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90673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EE0055-385D-4EC9-BEDD-5CB27C1F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1BEE73A-F882-4EEF-BAA7-93B6FA9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3EB360-F3AB-42DE-AEEA-EDA8B90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02B188-AFA1-42BC-B783-6AA70D5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détecter ne suffit pas. Pourquoi : on PRODUIT un rapport de dérive et on alerte sans fatiguer l'équipe.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ED65864-CDA1-4EA6-B34E-B57699A4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9AC85E7-01FD-4365-8F13-95CF067F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Evidently : génère des rapports de data drift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ED867BC-3B69-4E57-95DB-99FCE9F4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3632B7-56E9-4682-BE0E-FB38AAF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Cooldown / hystérésis : évite les alertes qui clignotent (anti-flapping)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9F30FDB-70DF-4FCE-ACA0-E8D3D9A9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7A5C3C-82F4-4A58-9A05-E20085F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Table drift_events : on garde la trace des alertes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A3FB9FC-5905-4F70-94E1-5838A7A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2AB3DD-D7CC-43FE-A715-EF81FAD4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KPI technique vs métier : ce qui compte vraiment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C6DC5E2-64DC-497B-A363-E9D44668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C932ED-7899-4D44-A5E7-C7FF2E7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DEA7C04-3436-4DFF-A6E3-29A5901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184648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alerte de dérive fiable, traçable et non spammante.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E6A0955-E721-48BA-9C58-47DCF855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3F8D195-D568-43DF-8B07-B9B163F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48594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AECCAC-5D05-4AFE-B582-9E8BDED5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D96092A-2A0C-42A9-A4CA-25304A5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486D76-6E1B-4B85-AEC2-B6C9F84E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Du calcul au rapport automatisé… intégré au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13DD3F-BCDE-4CDB-A81A-AC8833F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emballe le calcul de drift en rapport (HTML + JSON) généré à chaque run, après la prédiction.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3EB4809-A96B-458F-8C3A-FAE1687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875A96-18BC-40BE-AC3B-B1BE352C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predict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F3D39B-D70D-438A-8C38-6E0CCD9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834DE52-0CE7-42CA-975C-FDB14F7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6E20CE2-2A25-40DA-BD4A-8E12643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drift_check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3AC820-5875-49A9-BF72-AC4FABA9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7BD0A5E-9B72-4551-829A-F0500BE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4E8311-FF51-4979-B3BE-6E923AE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seuil + cooldown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EE2163C-4F83-4314-AC10-09BD67B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05722B5-27FA-4884-841B-7E26C73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3AAA307-1B2D-4000-9FAA-FC387CDA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alerte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32A8F29-5F30-427C-8393-5A2E90BF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39F433B-6BF5-4755-BF0C-1F94A40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38054B5-424D-4E4E-A62C-1FB493AA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0046EF-5393-4781-BDC3-6F16D91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B55EBD5-28C4-460F-8E39-63391FF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Evidently = librairie de rapports de drift. drift_events = table qui trace chaque alerte. Cooldown = délai minimal entre deux alertes.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DC7BEC2-62E7-4B27-A35A-A7FD3A7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B706B87E-2841-4807-B591-7D89C741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08AE699-F541-4AFB-BBD7-87879A8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D3AE3F6-1C07-4C51-A64B-5AC43590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E4F394-A1C3-4FBB-A138-EE48AD6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alerte = une ligne drift_events + une notification. On TRACE pour pouvoir analyser après coup.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CF3AB43-BC26-498C-8DBB-17674CE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CC11666-861E-494A-BA0A-6C4665F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L'étape drift se branche APRÈS predict dans le flow Prefect.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0684918-9707-4A37-ABAF-E5BDD5C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7E20A99-CA13-431E-9286-9B9A159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711076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50C7B9-DF47-4DEF-9586-741C6BB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7A1C5CC-DC5C-40BD-946E-221C94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6232DB-C8DC-496E-AA86-DE05217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La fatigue d'alerte : le vrai danger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022374-66B7-435A-86F4-8E795A3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Alerter trop revient à ne pas alerter : on finit par tout ignorer.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9E2295F-645C-4D5D-AFE9-885CB3BC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4A403B-6307-44C7-8779-BAB91CD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drift de 2 jours, flow horaire = 48 alertes identiques → on rate la vraie suivante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63D4EF5-571F-4DFA-B488-C8C6FC94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3924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097B3B-10AA-4003-96B7-741585B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8269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Remèdes : cooldown, hystérésis (réarmer sous 0,1), agrégation par fenêtre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11A5AF7-645E-4F95-B4AF-D7D61F4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33D3CC3-6FF3-4FC4-8989-87A1B11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AE5E127-7DA2-470F-91F3-7DFB51CF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7AB473-D497-4FC9-9F8D-EE073DB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D26FF3-F682-428B-BA54-BC32213F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6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alerte qu'on ignore ne sert à rien. La qualité d'un système d'alerte se mesure à son SILENCE quand tout va bien.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CC36283-A9DA-4B7D-B956-5087A98A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C7DAD24-F43F-471F-9F84-9A4B474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CF3AA7-529F-401E-80D3-5BF61F1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4454DDA-B292-490F-81B7-1D0159E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883994D-BBAF-41CA-94AE-131FD793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6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« fatigue d'alerte » est un vrai sujet en médecine : à force de bips, les soignants ne réagissent plus. Même cause, même remède.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4076ED5-5C37-4440-8710-A00FFF1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EED149-EE84-48B0-8E72-9462E53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Preuve attendue : la séquence 0 → 1 → 0 (alerte une fois, puis cooldown).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C35F075-3819-43BD-B856-C49B5846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2E44EA9-A0E5-4BF5-9F10-99FEEAE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36898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FBCE60-5591-4C22-8EA3-B446A89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F91F729-0630-4DD4-9EF9-98B16B52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5479E8-9EC0-46A6-B18B-869D5BC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drift_check, en vrai (après predict + cooldown)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901FDF-0918-4EA8-9897-E8B7DF7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branche le contrôle de drift APRÈS predict dans le flow, et on alerte sans spammer.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62CFE4F-31CB-4293-9974-B1C57A2F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9B61A1-E5F2-40FF-9EFB-534874E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944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@task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drift_check(cur, ref, features, cooldown_h=6):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rep = drift_report(ref, cur, features)        # HTML + JSON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drifted = [f for f, v in rep.items() if v["drift"]]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if drifted and not in_cooldown(cooldown_h):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write_event(drifted); notify()             # ligne drift_events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rep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preuve : sain -&gt; 0 ; +8 °C -&gt; 1 ; relance -&gt; 0 (cooldown)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D20E423-C55F-44E0-B4DD-A6C8B42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98932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51D5945-2DF2-4100-9E51-B4CB1B3C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190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46F3547-E919-4DA9-91C0-A019A8B0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163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0D3A8C-AFF1-4BE9-BBBC-51A068B7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2270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17E80D-9687-44EE-8A30-2595810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83056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Alerter à CHAQUE run = fatigue d'alerte : 48 alertes en 2 j, on rate la vraie suivante.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87DAD5B-57F3-4447-A8BE-7474E8B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98932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26B9247-52F7-47C0-8D72-A18B9C5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190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0522CB4-6018-4907-8BD6-8BF4AFF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163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7BF968C-3533-4710-9454-FABEF73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2270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38F55D-D2E1-4CE1-AACD-A560B20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83056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Même fatigue d'alarme qu'en médecine : la qualité d'un système d'alerte se mesure à son silence.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5594ECC-1777-434E-8C00-F36A2EDC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EF7050A-5E03-40E3-9C4C-D15A9FA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Rapport intégré + cooldown/hystérésis = alerter juste. C3/C8.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BA3E12F-E3A2-4D51-AF07-FCCE230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606B663-C80F-445C-A6D0-3DAEB898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275607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63B28C-4A9E-4DA9-9C48-5591185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D77FA78-1143-4646-89FB-541D912C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4DB048-26F6-45C8-854F-A167067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4EFD886-05F2-40E9-8ED2-7CBFB671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1CEF56-064F-46A4-82E3-6964208D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Evidently produit le rapport de drift.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0B4E4724-7645-46DA-A11B-8CB6A81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B48550D-52DD-4E94-86FD-4EEF1D08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Seuil + cooldown = une alerte utile, pas du spam.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DE8C2D8-C96F-4407-A0C1-E3980FD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23EA6E-9351-4138-A899-C566A654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Données saines → 0 alerte ; dérive → 1 alerte (testé).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B88C1F8-97EE-4742-8869-F2EA19D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D99976-D66A-41F6-994D-F5E9F0A2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83674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A4C4A2-F752-4419-8763-0AD68CD0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660B47-08F8-44B9-88BF-E095AA8D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1DE60F8-E85C-4820-A4C0-BCDEA3B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77A455-43DD-4AB7-966C-3B1991E9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32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CF0029-0306-408B-A806-0003FBA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19477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16AFCE-6844-4994-8D30-CB092FC3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1A11D73-4EE4-46BE-B432-73E96DA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377AB3B-3740-4F87-BE1A-35A40BF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drift_check + cooldown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231B400-6236-468B-AD62-76CE9E84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F5AF90E-7A5E-4600-B6F7-DDEEC338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@task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drift_check(cur, ref, features):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rep = drift_report(ref, cur, features)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rep, [f for f,v in rep.items() if v["drift"]]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13A061C-826A-45F3-94A0-CF6FFC9E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E06C73-FF9C-4801-A0F2-844BDAA8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9EA1EE-E3DE-4731-855A-D6D378B3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886200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Cooldown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Pas de ré-alerte avant N heures sur la même feature.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417F77-1374-4008-934B-1C0C989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4ACD36-1007-4DAB-96E7-B709B802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2588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9414DC-263C-41F5-BAA3-721ACB2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D8C1B54-0E19-49B7-96CD-E941CCF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12E7CC-5202-49AD-AF0D-CDC1736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test de l'alerte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22E3E17-B64C-4517-ADDF-E53FD78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D6F8A3-C1A7-4C96-84FD-92E4370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run_drift(saine)        # 0 alerte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run_drift(drift_plus8)  # 1 alerte + ligne drift_events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run_drift(drift_plus8)  # 0 (cooldown)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DDE70A5-DF40-4264-8C4E-0A4EAD1F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846A89-80F1-47ED-9015-8E9C84B2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932D89-6982-4210-9919-69DB6402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Séquence 0 → 1 → 0 verte ; rapport généré.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159827B-2AAE-4A80-9E82-BA9B07E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3FDBEE-75D2-466A-A1D2-C6926319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22850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1427AA-F150-4238-A3E0-A43C3CD6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11022F-46F3-4C1A-93CB-AC221133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F2B8C0-3D8F-445D-8757-4BA2900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E3A62A-22C5-4AA8-B0DB-CDBFE8C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32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FB4E75-BA3E-4AB9-A3D6-206F4CFE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27955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97148E-7AD1-4EB2-9E80-AB37729F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5B6452E-5B52-4EA1-B98A-42EB5BEF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EB5F21-AF31-469D-9DC8-FC607FA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fiabiliser l'alerte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62DF71-6068-4088-904C-5EB23711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68D7F05-CE73-46A1-A02B-94BE86FF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C5EBA8-A390-47A4-8497-9BA5B221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Générer un vrai rapport Evidently HTML et l'ouvrir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17E45C1-6C14-450E-81C6-4BD075C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46C3E7D-443D-48BE-B929-6B6DB025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ajouter l'hystérésis (réarmer quand PSI &lt; 0,1)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B7DDA15-B339-4341-8275-9EADAAF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C64911E-B449-454E-984F-BF5C965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3C2421-255E-4086-B2CF-1E997EF6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4B7557A-D0B1-4D12-9E27-E471E825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5DD673-3540-4ADB-90EF-13EAD649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Repli rapport JSON maison si Evidently traîne en Python 3.13. Montrez votre séquence 0→1→0 pour valider l'anti-bruit.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A7DC6F-E45A-4DBB-B116-EEEA5AC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BA44AF-5694-45A1-9BE8-4B34E8C2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421344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E07A91-C49B-495C-A317-155FB0D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3063CFB-59BA-48EF-8766-2CC8AEB9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976E6A-697C-449D-81B3-707C017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AEFA5D2-EBD4-4050-9D0F-B669E82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6CAC68-27DC-480D-8265-0DBDC2D8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étape drift + rapport + drift_events + test 0 → 1 → 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414DB80-7C1C-43A6-8946-3FF8543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4938A4-DB76-4160-9450-385CC1F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4827B6-EF73-4ADF-A441-0E99E37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33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surveille la donnée ; reste à observer le service (Prometheus).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70CF79-464B-4F01-BD9C-B79A3E65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67BF27-DB9D-4380-A1B1-FE452486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3608661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2026-08-24T07:13:19.1210000Z</dcterms:created>
  <dcterms:modified xsi:type="dcterms:W3CDTF">2026-08-24T07:13:19.1210000Z</dcterms:modified>
</coreProperties>
</file>