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7" r:id="rId18"/>
    <p:sldId id="268" r:id="rId19"/>
    <p:sldId id="260" r:id="rId11"/>
    <p:sldId id="261" r:id="rId12"/>
    <p:sldId id="262" r:id="rId13"/>
    <p:sldId id="263" r:id="rId14"/>
    <p:sldId id="264" r:id="rId15"/>
    <p:sldId id="265" r:id="rId16"/>
    <p:sldId id="269" r:id="rId20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Model Card — La carte d'identité du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docs/model_card.md à trois niveaux, sans preuve inventée — module 25,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Pourquoi une carte d'identité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modèle en production est regardé par des publics très différents — métier, technique, conformité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Sans document unique, chacun réinvente sa propre lecture du modèle, avec des chiffres qui divergent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La Model Card fixe une source de vérité unique, structurée pour ces trois lecteurs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Livrable du module 25 : docs/model_card.md, contrôlé par une porte automatisée (validate_model_card.py)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STRUCTURE · NIVEAU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Niveau métier : à qui parle-t-on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Finalité et utilisateurs — qui décide quoi grâce à la prédiction, et dans quel processus métier elle s'insère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Décision assistée, hors périmètre et supervision humaine — ce que le modèle ne doit jamais décider seul, et qui reste responsable de la décision finale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Coût des erreurs — conséquence concrète d'un faux négatif (panne manquée) face à un faux positif (fausse alerte)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Lecteur cible : quelqu'un qui ne lira jamais une métrique technique, mais doit comprendre le risque 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niveau métier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STRUCTURE · NIVEAU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Niveau technique : peut-on lui faire confiance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Artefact et version — quel fichier de modèle exact (ex. rf.joblib) et quelle version de package l'ont produit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Données, split temporel et empreinte — quelle version des données (hash), quel découpage train/test, pour écarter toute fuite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Métriques et seuil — les chiffres de performance réels et le seuil de décision retenu, jamais une référence externe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MLflow run_id — l'identifiant du run qui a produit ce modèle précis, retraçable dans le tracking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Signature I/O — le schéma exact des entrées et sorties attendues par le modèle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Coût comparé CPU, RAM, GPU, durée, latence et taille — ce que coûte une prédiction en ressources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Limites, drift, réévaluation et responsable — quand et par qui ce modèle doit être revu ou retiré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niveau technique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 · MODULE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modèle enveloppé dans un contrat HTTP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Module 25 enveloppe le modèle déjà entraîné (rf.joblib) dans un contrat HTTP : schemas.py (formes Pydantic), model_store.py (chargement du modèle), main.py (routes + sécurité)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Trois routes fixent le contrat avant la logique métier — /health (liveness), /ready (503 si le modèle n'est pas encore chargé), /predict-tabular (prédiction, protégée par X-API-Key)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modèle est chargé une seule fois au démarrage du serveur (lifespan), jamais à chaque requête — sinon la latence exploserait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/docs (Swagger UI) est généré depuis schemas.py : la documentation ne peut pas mentir sur le contrat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architecture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 · MODULE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 middleware request-id, indépendant du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middleware est ajouté à main.py, appelé pour chaque requête avant même l'authentification — indépendant de la logique métier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client peut fournir X-Request-ID ; à défaut, l'API génère un uuid4, et la valeur revient toujours dans l'en-tête de la réponse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Ce mécanisme corrèle les requêtes dans les logs — ce n'est pas de l'audit logging, qui reste planifié pour le module 26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Séparé des routes /health, /ready, /predict-tabular, ce middleware peut évoluer sans jamais toucher à la logique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middleware request-id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STRUCTURE · NIVEAU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Niveau conformité : le modèle est-il gouvernable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Finalité, personnes affectées et données utilisées — la lecture AI Act de l'usage réel, pas une reformulation du niveau métier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Risques, transparence, journalisation et supervision — les garde-fous en place pour surveiller et expliquer une décision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Classification réglementaire — le niveau de risque AI Act, jamais tranché seul : toujours « à confirmer avec le référent conformité »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Ce niveau reste souvent le moins renseigné : il dépend d'un référent externe, pas seulement de l'équipe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niveau conformité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STRUCTURE ·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Benchmark externe : ce qui n'est pas ton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Une référence externe (ex. Marine — XGBoost, seuil 0,41, PR-AUC 0,62) peut éclairer, jamais remplacer tes propres preuves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Elle reste isolée dans une section dédiée — la porte automatisée bloque tout chiffre externe mêlé aux niveaux 1 à 3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coût externe (durée, gCO2e) suit la même règle : comparaison utile, jamais attribuée à ton propre modèle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Piège fréquent : recopier un chiffre de référence comme s'il s'agissait d'une preuve mesurée sur son propre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benchmark externe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Patch note et Model Card : même version, deux rôles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Champ « Artefact et version » (package_version) — la Model Card documente le résultat, jamais la décision qui y mène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patch note justifie ce même package_version : pourquoi ce numéro, quelle amélioration par rapport au précédent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Si une métrique change (ex. PR-AUC 0,1036 → une autre valeur), le patch note capitalise la décision ; la Model Card absorbe le nouveau chiffre comme preuve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Les deux documents se réfèrent toujours à la même version — jamais deux versions racontées séparément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lien patch note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GOUVERNANCE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Qui décide, et où est-ce tracé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Aucun document ne trace une décision finale dans ce dépôt : ni PR approuvée (aucun upstream configuré), ni ADR, ni sign-off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« Classification réglementaire : [à confirmer] » est un slot prévu pour une décision, pas un document — rien ne dit qui tranche, quand, ni pourquoi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Bonne pratique : un ADR (docs/adr/) par décision structurante — statut, décideur, date, alternatives écartées — jamais réécrit, seulement supersédé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La PR vers main devient le geste institutionnel réel si la revue est obligatoire (branch protection, CODEOWNERS) et référence l'ADR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Tant qu'aucun ADR ni PR approuvée n'existe, [à confirmer] reste le seul statut honnête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gouvernance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RÈGLE D'OR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Sans preuve inventée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Jamais de chiffre, de run_id ou de classe de conformité fabriqués pour combler un manque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Sans run MLflow existant : écrire exactement « à produire », pas une valeur plausible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Sans qualification de conformité établie : « à confirmer avec le référent conformité »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benchmark externe (ex. Marine) reste un encadré distinct — jamais présenté comme ton propre résultat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Plan B hors ligne : produire la carte, marquer les champs manquants, noter l'action de rattachement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règle d'or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La porte automatisée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scripts/validate_model_card.py contrôle structure, provenance et benchmark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premier appel doit produire STRUCTURE=PASS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--require-c5 n'est activé qu'après production de preuves réelles — pas avant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La carte prépare la compétence C4 ; C5 exige encore des preuves réelles pour être validée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$ uv run python scripts/validate_model_card.py docs/model_card.md --project-root .</a:t>
            </a:r>
          </a:p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STRUCTURE=PASS</a:t>
            </a:r>
          </a:p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if ($LASTEXITCODE -ne 0) { throw 'Model Card non recevable.'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preuve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La Model Card documente quatre blocs : métier, technique, conformité, et un benchmark externe isolé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Chaque champ manquant est marqué explicitement (« à produire »), jamais inventé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Patch note et Model Card se réfèrent à la même version : l'un porte la décision, l'autre la preuve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Une décision de gouvernance (ex. classification réglementaire) se trace par un ADR ou une PR approuvée — jamais improvisée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Une porte automatisée (validate_model_card.py) contrôle structure et provenance avant validation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Elle prépare la compétence C4 ; C5 attend encore des preuves réelles pour chacun de ses quatre champs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Model Card — résumé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ÉTAT ACTUEL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rempli, ce qui reste à produire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run MLflow réel (d015dbc540a441ea8f9a8a940b359b95, PR-AUC 0,1036) a fait passer 4 champs du niveau technique de [à produire] à [mesuré] : artefact et version, données/split/empreinte, métriques et seuil, MLflow run_id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C5_EVIDENCE est passé de NOT_READY à READY_FOR_REVIEW — mais uniquement sur ces 4 champs, ceux exigés par C5_FIELDS dans le validateur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Signature I/O, coût comparé (CPU/RAM/GPU) et limites/drift/réévaluation restent [à produire] / [non mesuré] — non exigés par la preuve finale du module 25, non traités par les modules 31-32 (drift)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Niveaux métier et conformité intacts : aucun de leurs champs n'a été touché par 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état des preuves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