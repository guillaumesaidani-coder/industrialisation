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MLflow — Tracer et versionner les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Tracking, registre et cycle de vie du modèle InduSense — module 24,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Ce que MLflow trace, que DVC ignore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DVC déplace le poids d'un fichier ; MLflow trace les réglages et les résultats d'un entraînement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Tracking : pour chaque run, enregistre paramètres (n_estimators, threshold…), métriques (PR-AUC, recall…) et l'artefact du modèle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Model Registry : au-dessus du tracking, nomme et numérote les versions successives d'un modèle nommé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Les deux sont complémentaires : DVC pour le poids, MLflow pour le contexte d'entraînement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MLflow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160" y="157276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Un essai d'entraînement : ses paramètres, ses métriques, son modèle, identifié par un run_id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6160" y="235000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Regroupe plusieurs runs sous un même nom (ex. indusense-maintenance)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Tracking 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160" y="312724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Où MLflow enregistre tout — ici sqlite:///mlflow.db, requis pour le registre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6160" y="390448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Nomme et numérote les versions d'un modèle (indusense-rf v1, v2…)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71116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160" y="4681728"/>
            <a:ext cx="771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Étape du cycle de vie : Candidate → Staging → Production → Archived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MLflow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Pourquoi SQLite, pas mlruns/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simple dossier mlruns/ suffit pour le tracking de base (params, métriques, artefacts)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Mais le Model Registry — qui nomme et numérote les versions — exige un backend structuré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D'où le choix : sqlite:///mlflow.db plutôt que le dossier par défaut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uv run mlflow ui --backend-store-uri sqlite:///mlflow.db ouvre l'interface sur localhost:5000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MLflow —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Ce qui a été produit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run entraîné et journalisé : paramètres, métriques, modèle, tags (dataset, gold_md5)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Modèle enregistré au registre sous le nom indusense-rf, version 1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nom du run intègre l'empreinte des données (rf-&lt;gold_md5&gt;) — traçabilité directe donnée→modèle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0">
                <a:solidFill>
                  <a:srgbClr val="8FE38F"/>
                </a:solidFill>
                <a:latin typeface="Consolas"/>
              </a:rPr>
              <a:t>== 2. MLflow (params + metriques + modele + registre) ==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Successfully registered model 'indusense-rf'.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Created version '1' of model 'indusense-rf'.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run_id=a31beaadbbc043b895407d3143a86635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tracking=sqlite:///mlflow.db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MLflow — cas concret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backend SQLite est indispensable dès qu'on veut utiliser le Model Registry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Tagger chaque run avec l'empreinte des données (gold_md5) relie modèle et version exacte de données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score imparfait versé tel quel dans MLflow n'est pas un problème — c'est la traçabilité qui est évaluée, pas la performance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MLflow ne verse jamais le poids des gros fichiers — ça reste le rôle de DVC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MLflow — bonnes pratiques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MLflow trace paramètres, métriques et artefact modèle pour chaque run d'entraînement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Model Registry nomme et numérote les versions, avec un cycle de vie formel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 backend SQLite est requis pour activer le registre — pas un simple dossier mlruns/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Complémentaire à DVC : MLflow trace le contexte, DVC verse le poids des fichiers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9CED6"/>
                </a:solidFill>
                <a:latin typeface="Calibri"/>
              </a:rPr>
              <a:t>MLflow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