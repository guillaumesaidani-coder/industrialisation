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C5 en détail — quatre preuves, une 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Comment 4 champs techniques mesurés ont fait basculer C5_EVIDENCE de NOT_READY à READY_FOR_REVIEW — module 25,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Pourquoi une porte C5, en plus de C4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C4 vérifie la forme — sections présentes, syntaxe correcte : une carte où tout est encore [à produire] passe déjà C4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C5 vérifie le fond — 4 champs précis doivent être [mesuré], chacun avec une preuve qui pointe vers un fichier réel du projet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Sans C5, rien n'empêche d'écrire un chiffre plausible mais inventé — la porte impose une vérification automatique, pas une simple relecture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C5 ne s'active qu'avec --require-c5 : elle sanctionne l'absence de preuve, jamais l'absence de résultat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pourquoi C5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CHAMP C5 ·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Artefact et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Rôle — identifier sans ambiguïté quel fichier de modèle et quelle version de package ont produit cette prédiction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Initial → Devenu : [à produire] → [mesuré] preuve=artifacts/models/model_metadata.json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Contenu de la preuve : package_version 0.1.0, seed 42 — extrait réel du JSON généré à l'entraînement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Le validateur exige que ce chemin existe dans le projet ; sinon PREUVE_ABSENTE_OU_HORS_PROJET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artefact et 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CHAMP C5 ·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Données, split temporel et empreinte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Rôle — prouver quelle version exacte des données a servi et comment train/test ont été séparés, pour écarter toute fuite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Initial → Devenu : [à produire] → [mesuré] preuve=data/gold/gold_dataset.csv.dvc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Contenu de la preuve : gold_md5=637be8d38250 — hash DVC du dataset, split temporel/machine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Le validateur ne vérifie pas le hash lui-même, seulement que le fichier de preuve existe et est bien référencé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données et empreinte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CHAMP C5 ·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Métriques et seuil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Rôle — donner les chiffres de performance réels du modèle et le seuil de décision retenu, jamais une référence externe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Initial → Devenu : [à produire] → [mesuré] preuve=metrics.json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Contenu de la preuve : PR-AUC=0.1036, ROC-AUC=0.2475, seuil=0.975 — mesurés sur le holdout (380 lignes de test)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PR-AUC 0,1036 est faible : la règle d'or impose de publier le chiffre mesuré, pas un chiffre flatteur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métriques et seuil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CHAMP C5 ·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MLflow run_id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Rôle — relier le modèle à un run traçable dans le tracking MLflow, pour retrouver exactement comment il a été produit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Initial → Devenu : [à produire] → [mesuré] d015dbc540a441ea8f9a8a940b359b95 preuve=evidence/mlflow.txt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Double contrôle du validateur : la valeur doit ressembler à un vrai run_id (hex32/UUID) ET apparaître telle quelle dans le fichier de preuve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Sans ce second contrôle, un run_id inventé mais bien formé passerait inaperçu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run_id MLflow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MÉCANISME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le validateur contrôle réellement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Chaque ligne [mesuré] doit contenir preuve=chemin/relatif — sinon erreur PREUVE_REQUISE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Ce chemin doit résoudre vers un fichier existant dans le projet — sinon PREUVE_ABSENTE_OU_HORS_PROJET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Pour MLflow run_id : format hex32/UUID exigé, et la valeur doit être recopiée dans le fichier de preuve — sinon RUN_ID_INVALIDE ou RUN_ID_ABSENT_DE_LA_PREUVE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Ces contrôles ne prouvent pas qu'un chiffre est vrai — ils prouvent qu'il pointe vers quelque chose de vérifiable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mécanisme du validateur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RÉSULTAT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C5_EVIDENCE=READY_FOR_REVIEW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Les 4 champs C5_FIELDS sont désormais [mesuré], chacun avec une preuve résolvable sur disque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reste de la carte (métier, conformité, signature I/O, coût, limites) n'a pas bougé — C5 ne juge que ces 4 champs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READY_FOR_REVIEW signifie « prêt pour revue humaine », jamais « compétence acquise » automatiquement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$ uv run python scripts/validate_model_card.py docs/model_card.md --project-root . --require-c5</a:t>
            </a:r>
          </a:p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STRUCTURE=PASS</a:t>
            </a:r>
          </a:p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C4_EVIDENCE=READY_FOR_REVIEW</a:t>
            </a:r>
          </a:p>
          <a:p>
            <a:pPr algn="ctr"/>
            <a:r>
              <a:rPr sz="1300">
                <a:solidFill>
                  <a:srgbClr val="8FE38F"/>
                </a:solidFill>
                <a:latin typeface="Consolas"/>
              </a:rPr>
              <a:t>C5_EVIDENCE=READY_FOR_REVIEW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résultat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Quatre preuves, une porte, jamais d'invention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4 champs techniques — artefact/version, données/split/empreinte, métriques/seuil, run_id MLflow — tous [mesuré] avec une preuve fichier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Chaque preuve est vérifiée automatiquement par scripts/validate_model_card.py, pas déclarée sur parole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Niveaux métier, conformité, et 3 champs techniques restants (signature I/O, coût, limites/drift) restent [à produire] / [non mesuré]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La porte C5 protège contre un chiffre plausible mais inventé — c'est tout, ni plus ni moins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Model Card — C5 ·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