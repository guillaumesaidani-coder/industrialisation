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Les fichiers du modèle InduSense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CED6"/>
                </a:solidFill>
                <a:latin typeface="Calibri"/>
              </a:rPr>
              <a:t>RandomForest scikit-learn, pas un LLM — CISIA_24082026_Parcours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36E"/>
                </a:solidFill>
                <a:latin typeface="Calibri"/>
              </a:rPr>
              <a:t>Support technique — Sprint 3 CISIA · 25/08/2026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Un modèle tabulaire, pas un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Le modèle InduSense est un RandomForestClassifier (scikit-learn) entraîné sur des relevés capteurs — pas un réseau de neurones, pas un transformer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Le vocabulaire « fichiers de modèle » popularisé par HuggingFace (config.json, tokenizer, safetensors shardés) décrit des LLM — un RandomForest n'a ni tokenizer, ni couches d'attention, ni fichier de génération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Ici, un seul fichier binaire porte l'intégralité du modèle appris : artifacts/models/rf.joblib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Les « poids » (weights) d'un LLM et le « poids » (taille) d'un fichier DVC sont deux notions différentes qui se recoupent par hasard de 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Fichiers du modèle — vue d'ensemble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LES FICHIERS RÉELS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que contient artifacts/models/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1. rf.joblib (4,97 Mo) — le modèle entraîné sérialisé (joblib) : l'équivalent du fichier de poids, mais pour un RandomForest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2. rf.joblib.dvc — pointeur versionné par git (hash md5, taille, chemin) ; le binaire réel vit sur le remote DVC ../../dvc-store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3. model_metadata.json — l'équivalent d'un config.json : version, seed, colonne cible, 12 features, seuil de décision, métriques d'entraînement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4. docs/model_card.md — l'équivalent d'un README de model card : niveau métier, technique/maintenance, conformité AI Act, benchmark externe isolé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5. evidence/mlflow.txt + mlflow.db — traçabilité du run (run_id, expérience, version enregistrée indusense-rf v2) ; ne fait pas partie du modèle au sens strict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Aucun de ces fichiers n'est un tokenizer, un vocabulaire ou un fragment de poids shardé : le modèle tient dans un fichier 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Fichiers du modèle — inventaire réel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COMPARAISON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Vocabulaire LLM ↔ équivalent InduSense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Poids appris — HF : model.safetensors / pytorch_model.bin (souvent shardé) ↔ InduSense : rf.joblib (un seul fichier, jamais shardé)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Architecture — HF : config.json (couches, têtes d'attention) ↔ InduSense : model_metadata.json (features, seuil, seed)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Vocabulaire texte — HF : tokenizer.json, vocab.json, merges.txt ↔ InduSense : aucun équivalent (entrées numériques, pas de texte)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Paramètres de décision — HF : generation_config.json (température, max_tokens) ↔ InduSense : decision_threshold (config.py / model_metadata.json)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Documentation — HF : README.md ↔ InduSense : docs/model_card.md, structure imposée par le validateur C4/C5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Fichiers du modèle — comparaison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POURQUOI DVC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Le poids (la taille), même sans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rf.joblib pèse 4,97 Mo — bien moins qu'un LLM (des Go), mais déjà trop pour git : un diff binaire n'apporte rien, l'historique gonfle à chaque ré-entraînement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DVC déplace ce poids (la taille) hors de git : seul un pointeur texte (rf.joblib.dvc) reste versionné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gold_dataset.csv suit la même logique : 281 Ko, versionné par pointeur, contenu réel sur le remote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docs/versioning_strategy.md : « DVC (pointeur .dvc dans Git, poids réel sur le remote) » — le mot « poids » y désigne explicitement la taille du fichier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Le principe DVC est identique quelle que soit la taille : séparer le pointeur (dans git) du contenu réel (hors git)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Fichiers du modèle — pourquoi DVC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CE QUI N'EXISTE PAS ICI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qui n'a pas de sens pour ce modèle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Pas de tokenizer : les entrées sont des relevés numériques (température, pression), pas du texte à découper en tokens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Pas de sharding (model-00001-of-00004…) : rf.joblib est un seul fichier, jamais découpé en plusieurs morceaux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Pas de quantization FP32/FP16/INT8/INT4 : ces formats concernent les poids de réseaux de neurones ; un RandomForest ne s'y prête pas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Pas de config.json au sens transformers : model_metadata.json joue un rôle voisin, mais sans couches ni têtes d'attention à décrire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Fichiers du modèle — ce qui n'existe pas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REPÈRES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Deux sens du mot « poids 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« Poids » (weights, ML) : les paramètres appris par un réseau de neurones pendant l'entraînement — n'existe pas au sens strict pour un RandomForest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« Poids » (DVC, ce cours) : la taille/lourdeur d'un fichier — c'est le sens utilisé dans docs/versioning_strategy.md et les recaps M24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MLflow trace les réglages et les résultats d'un entraînement (params, métriques) — jamais le poids-taille d'un fichier ; c'est le rôle de DVC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Les deux sens se recoupent par hasard de vocabulaire : sur un vrai LLM, le fichier de poids (weights) est aussi le fichier le plus lourd (taille) à versionner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Fichiers du modèle — repères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Le modèle InduSense (RandomForest) tient dans un seul fichier — rf.joblib — accompagné d'un config-équivalent (model_metadata.json) et d'une doc (model_card.md)</a:t>
            </a:r>
          </a:p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Le vocabulaire HuggingFace (tokenizer, safetensors shardés, quantization) décrit des LLM — il ne s'applique pas ici</a:t>
            </a:r>
          </a:p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« Poids » a deux sens : les paramètres appris d'un réseau de neurones (ML), ou la taille d'un fichier à sortir de git (DVC, ce cours)</a:t>
            </a:r>
          </a:p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DVC déplace le poids-taille hors de git ; MLflow trace les réglages et résultats — deux outils, deux rôles distincts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9CED6"/>
                </a:solidFill>
                <a:latin typeface="Calibri"/>
              </a:rPr>
              <a:t>Fichiers du modèle — résumé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