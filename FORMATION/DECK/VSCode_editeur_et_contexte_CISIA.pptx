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VS Code : l'éditeur et son rôle dans le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Workspace, terminal intégré, extensions et sélection d'interpréteur —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pédagogique — Sprint 3 CISIA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Qu'est-ce que VS Code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 éditeur de code léger et multiplateforme (Windows / macOS / Linux) — pas un IDE complet par défaut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Tout le confort utile au projet (Python, lint, CI…) vient des extensions installées, pas de l'éditeur nu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terminal intégré exécute le même shell que celui utilisé en dehors de l'éditeur — ici PowerShell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uv run pytest, git status, les scripts scripts/formation/*.ps1 : mêmes commandes, même dossier de travail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VS Code ne remplace ni Git ni uv : il les pilote, sans changer ce qu'ils font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VS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VOCABULAIRE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Les briques de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72768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Le dossier racine ouvert dans l'éditeur — ici CISIA_24082026_Parcours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50008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Un plugin installable qui ajoute une fonctionnalité (ex. github.vscode-github-actions)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Interpréteur sélectionné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27248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Le python.exe utilisé pour exécuter/analyser le code — doit être celui du .venv créé par uv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Terminal intégré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904488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Le shell embarqué dans l'éditeur, identique à un terminal externe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Command Palette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681728"/>
            <a:ext cx="8046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B1F24"/>
                </a:solidFill>
                <a:latin typeface="Calibri"/>
              </a:rPr>
              <a:t>Ctrl+Shift+P — l'accès à toutes les commandes de l'éditeur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VS Code — vocabulaire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EXTENSIONS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Ce qui équipe réellement ce poste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ms-python.python — sélection de l'interpréteur, exécution et débogage du code Python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ms-python.vscode-pylance — IntelliSense et vérification de types en direct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ms-python.debugpy — moteur de débogage pas-à-pas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ms-python.vscode-python-envs — détection des environnements, dont le .venv créé par uv venv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github.vscode-github-actions — lecture et validation de .github/workflows/ci.yml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ms-toolsai.jupyter (+ extensions associées) — support des notebooks .ipynb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ms-azuretools.vscode-containers / ms-vscode-remote.remote-containers — support Docker (modules 27-28)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anthropic.claude-code — l'assistant utilisé pendant cette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VS Code — extensions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clin d'œil Jupyter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module 23 dit explicitement : « on sort du notebook » — la logique testée vit dans src/indusense/, jamais dans une cellule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Pourtant l'extension ms-toolsai.jupyter est installée sur ce poste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Elle reste utile pour l'exploration ponctuelle (EDA, visualisation rapide d'un DataFrame)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Mais aucun .ipynb ne doit porter la logique de production : c'est le rôle des modules testés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github.vscode-github-actions, elle, a été proposée automatiquement par VS Code à l'ouverture de ci.yml pendant le module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VS Code — cas concret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flux quotidien avec VS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1. Ouvrir le dossier racine CISIA_24082026_Parcours comme workspace — jamais un sous-dossier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2. Vérifier l'interpréteur sélectionné (barre de statut) : doit pointer vers le .venv créé par uv venv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3. Terminal intégré : uv sync --frozen --extra dev, uv run pytest -q, uv run ruff check .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4. Éditer le code (loaders.py, temporal.py, ci.yml…) avec l'IntelliSense de Pylance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5. Relire le diff avant de committer, via le terminal ou l'onglet Source Control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6. Répéter à chaque nouveau jalon chargé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VS Code —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Toujours ouvrir le dépôt entier comme workspace — sinon pyproject.toml et .venv ne sont pas détectés correctement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Vérifier régulièrement l'interpréteur affiché en bas à droite : un mauvais interpréteur casse l'autocomplétion sur indusense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Utiliser le terminal intégré pour toutes les commandes du parcours : même historique, même dossier de travail qu'en externe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Ne jamais committer depuis l'onglet Source Control sans relire le diff affiché — même vigilance qu'en ligne de commande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Une extension proposée automatiquement (ex. GitHub Actions à l'ouverture d'un .yml) reste optionnelle : à accepter en connaissance de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VS Code — bonnes pratiques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▸ VS Code est un éditeur générique ; ce sont les extensions qui l'adaptent au projet (Python, CI, conteneurs)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▸ Le workspace = la racine du dépôt ; l'interpréteur sélectionné doit être celui du .venv créé par uv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▸ Le terminal intégré est le même shell que celui utilisé pour toutes les commandes de formation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▸ Le code de production reste dans src/indusense/, jamais dans un notebook, même si Jupyter est disponible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VS Code — résumé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