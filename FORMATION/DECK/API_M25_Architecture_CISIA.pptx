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L'API InduSense — Module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Architecture, construction, stockage et fonctionnement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technique — Sprint 3 CISIA · 25/08/2026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l'API expose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Trois routes exposent le modèle derrière un contrat HTTP explicite : GET /health (liveness), GET /ready (readiness), POST /predict-tabular (prédiction)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À partir de relevés machine (température, pression), la réponse renvoie quatre champs : proba_panne, decision, model_version, threshold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Accès protégé par une clé (en-tête X-API-Key) ; chaque requête reçoit un identifiant de trace (X-Request-ID)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Framework FastAPI (≥0.111), servi par Uvicorn — le contrat est auto-documenté sur /docs, il ne peut pas mentir sur 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vue d'ensemble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Comment elle a été construite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Module 23 pose le socle : package src/indusense/ (data, features, models) testé, plus aucune logique dans un notebook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Module 24 outille ce socle : CI GitHub Actions, pre-commit, DVC (données + modèle), MLflow (traçabilité des runs)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Module 25 enveloppe le modèle déjà entraîné (rf.joblib) dans un contrat HTTP : schemas.py (formes Pydantic), model_store.py (chargement du modèle), main.py (routes + sécurité)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Un middleware request-id est ajouté à main.py, indépendant de la logique métier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tests/test_api.py + test_readiness_probe.py valident les 4 codes (200/401/422/503) via TestClient, sans jamais démarrer de vrai serveur réseau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6. docs/model_card.md documente le contrat pour trois lecteurs : métier, technique/maintenance, conformité AI Act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7. Preuve finale rejouée : 12 tests verts, validateur Model Card sans erreur, uv.lock inchangé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construction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Quatre fichiers, quatre responsabilités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config.py — réglages typés (pydantic-settings) : chemin du modèle, seuil de décision, clé API — surchargeables via .env, jamais codés en dur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schemas.py — contrat Pydantic : TabularPredictionRequest (≥ 7 relevés) en entrée, PredictionResponse (proba_panne, decision, model_version, threshold) en sortie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model_store.py — ModelBundle (modèle + version + seuil + colonne cible), chargé UNE SEULE FOIS au démarrage (lifespan), jamais à chaque requête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main.py — déclare l'app FastAPI, le middleware request-id, l'authentification (require_api_key) et les 3 routes ; orchestre l'appel au modèle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Une seule responsabilité par fichier : la config ne valide pas, le contrat ne charge pas le modèle, le modèle ne connaît pas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STOCKAGE PHYSIQUE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Où vivent le code, le modèle et la 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Code de l'API — src/indusense/api/*.py, suivi par git dans ce dépôt (branche guillaume-saidani)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Poids du modèle — artifacts/models/rf.joblib (4,97 Mo), PAS suivi directement par git : un pointeur .dvc (hash md5) est versionné, le fichier réel vit sur le remote DVC ../../dvc-store, hors du dépôt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Métadonnées du modèle — artifacts/models/model_metadata.json (version, seuil, features, métriques d'entraînement)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Configuration sensible — .env local (clé API réelle), exclu de git par .gitignore ; seul .env.example (valeurs factices) est versionné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Traçabilité des runs — mlflow.db (SQLite local), lui aussi hors suivi git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Rien de tout cela n'est déployé sur un serveur : l'API tourne uniquement en local, lancée à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stockage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cycle d'une requête, dans l'ordre du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add_request_id s'exécute en premier pour CHAQUE requête : lit X-Request-ID ou génère un uuid4, le réinjecte dans la réponse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require_api_key vérifie X-API-Key — absente ou invalide → 401 immédiat, avant toute lecture du corps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Pydantic valide le corps (TabularPredictionRequest) — moins de 7 relevés → 422, avant tout appel au modèle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get_model_bundle (injection de dépendance) fournit le modèle chargé au démarrage — absent → 503 « Modele non charge »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normalize_machine_id + add_temporal_features préparent les données ; un identifiant sans numéro (« NOPE ») lève une erreur → 422, jamais 500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6. predict_proba calcule la probabilité ; decision = « alerte » si proba_panne ≥ threshold, sinon « ok » → réponse 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fonctionnement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LIMITES ACTUELLES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Fonctionnelle, pas encore déployée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Aujourd'hui : l'API tourne en local via « uv run uvicorn indusense.api.main:app --reload » sur http://127.0.0.1:8000 — jamais exposée sur un vrai serveur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encore de limite de débit ni de taille de payload (429/413) : ces protections arrivent au module 26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encore conteneurisée : aucun Dockerfile actif pour cette API — prévu aux modules 27-28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Pas d'audit logging structuré : seul le request-id existe — ce n'est pas une preuve d'audit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Fonctionnelle et testée (12 tests verts), mais reste un service de développement, pas un service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API M25 — limites actuelles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L'API enveloppe un modèle déjà entraîné (modules 23-24) derrière un contrat HTTP explicite et testé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Quatre fichiers, quatre responsabilités : config, contrat, modèle en mémoire, routes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code vit dans git ; le poids du modèle vit sur un remote DVC séparé ; les secrets ne vivent nulle part dans le dépôt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Elle fonctionne en local aujourd'hui — sécurité renforcée (M26) puis conteneurisation (M27-28) restent à venir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API M25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