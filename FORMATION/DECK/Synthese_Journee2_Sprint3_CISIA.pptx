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148840"/>
            <a:ext cx="1463040" cy="508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Synthèse — Journée 2, Sprint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9CED6"/>
                </a:solidFill>
                <a:latin typeface="Calibri"/>
              </a:rPr>
              <a:t>Module 25 (API FastAPI, Model Card C4/C5) — CISIA_24082026_Parcours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035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A636E"/>
                </a:solidFill>
                <a:latin typeface="Calibri"/>
              </a:rPr>
              <a:t>Support de synthèse — Sprint 3 CISIA · 25/08/2026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DÉMARCHE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Ce que ce chantier ajoute au socle CI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Le jalon 02 avait bouclé la CI (build, lint, tests) ; le jalon 03 ouvre l'application — une API FastAPI exposée derrière un contrat explicite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La Model Card devient le contrat de preuve : chaque affirmation technique doit être [mesuré] avec un chemin vers un artefact réel, jamais une déclaration sur parole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Deux portes distinctes : C4 (structure et provenance déclarées) et C5 (preuves réelles complètes) — un passage vert signifie « prêt pour revue », jamais « compétence acquise »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–  Une API qui répond 200 sans jamais refuser (503 / 401 / 422) n'est pas un contrat, c'est une façade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Synthèse — démarche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CHRONOLOGIE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Le fil de la séance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1. Jalon 03 chargé (merge sans conflit) → le socle M24 se prolonge en module 25 : API FastAPI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2. Preuve d'intégration : uv sync, pytest (18 passed), ruff check — environnement sain avant le TP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3. Surcouche M25 appliquée : tests 503 (/ready, /predict-tabular) et porte Model Card installés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4. 12 tests verts (6 API canoniques + 2 tests 503 + 4 Model Card gate) — structure validée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5. Model Card complétée avec des preuves réelles : artefact, données (DVC), métriques (metrics.json)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6. Dépendance mlflow ajoutée, entraînement rejoué avec tracking réel → run enregistré au registre indusense-rf v2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7. Porte stricte --require-c5 repassée : STRUCTURE=PASS, C4=READY_FOR_REVIEW, C5=READY_FOR_REVIEW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Synthèse — chronologie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CAS CONCRET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Ce que la séance a réellement produit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API — src/indusense/api/ : /health, /ready, /predict-tabular avec authentification par clé et readiness réelle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Tests — tests/test_api.py, tests/test_readiness_probe.py, tests/test_model_card_gate.py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Model Card — docs/model_card.md : trois niveaux (métier, technique, conformité) + benchmark externe isolé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Preuves C5 — evidence/mlflow.txt (run_id réel), metrics.json, gold_dataset.csv.dvc, model_metadata.json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MLflow — sqlite:///mlflow.db, expérience indusense-maintenance, modèle enregistré indusense-rf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Synthèse — cas concret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INVENTAIRE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Ce qui a été produit pendant la séance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Contenu livrable : docs/model_card.md renseigné, evidence/mlflow.txt, tests et validateur M25 installés depuis la surcouche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État local généré par les outils, non versionné : mlflow.db, mlruns/ (tracking), artifacts/models/rf.joblib régénéré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Reproductibilité vérifiée : mêmes seed et données → mêmes métriques (PR-AUC 0,1036) avant et après le nouveau run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Dépendance ajoutée : groupe optionnel mlops (mlflow, dvc) synchronisé pour produire une preuve C5 réelle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Aucune preuve n'a été inventée : un dossier mlruns sans meta.yaml a été écarté faute de traçabilité authentique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Décision git (commit a9bc456) : evidence/mlflow.txt, docs/model_card.md et model_metadata.json versionnés ; mlflow.db reste exclu par .gitignore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TP1 (contrat I/O) et TP2 (12 tests verts) validés ; TP3 (middleware X-Request-ID) opérationnel — extension facultative /predict-image non implémentée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Synthèse — inventaire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BONNES PRATIQUES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Ce qui a guidé chaque décision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Ne jamais déclarer [mesuré] sans fichier preuve= réel et vérifiable — la porte le contrôle mécaniquement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Un dossier qui ressemble à un run MLflow n'en est pas un sans meta.yaml/params/metrics — vérifier la structure avant de citer une preuve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Rejouer l'entraînement pour vérifier la reproductibilité avant de faire confiance à un nouvel artefact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Garder C5 à NOT_READY tant que les quatre preuves ne sont pas réunies — un vert prématuré casse la confiance dans la porte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Séparer strictement le benchmark externe (Marine) du modèle réel — la porte bloque tout chiffre Marine hors section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Synthèse — bonnes pratiques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Prêt pour revue, pas encore pour production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Aujourd'hui : C4 et C5 sont verts sur le socle actuel — la Model Card est prête pour revue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Reste à traiter dans le jalon 03 : les niveaux « métier » et « conformité » restent à [à produire]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Classification AI Act : reste [à confirmer] avec le référent conformité — ne jamais la trancher seul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Prochain mouvement : sécuriser l'API (M26) avant d'envisager la conteneurisation (M27-28)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–  Preuve finale M25 déjà vérifiée : /docs lisible · /health 200 · /predict-tabular 200 (clé) · 401 sans clé · 422 si &lt;7 relevés · 503 sans modèle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Synthèse — prochaines étapes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En résumé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▸ Le jalon 03 ouvre l'application (API M25) sur un socle déjà testé, linté et tracé par la CI</a:t>
            </a:r>
          </a:p>
          <a:p>
            <a:pPr>
              <a:spcAft>
                <a:spcPts val="14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▸ La Model Card devient le contrat de preuve du chantier — structure (C4) puis preuves réelles (C5)</a:t>
            </a:r>
          </a:p>
          <a:p>
            <a:pPr>
              <a:spcAft>
                <a:spcPts val="14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▸ Un run MLflow réel et reproductible remplace un artefact non traçable — aucune preuve n'a été inventée</a:t>
            </a:r>
          </a:p>
          <a:p>
            <a:pPr>
              <a:spcAft>
                <a:spcPts val="14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▸ Prochaine étape : compléter les niveaux métier/conformité, puis sécuriser l'API avant le CD (M26-28)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C9CED6"/>
                </a:solidFill>
                <a:latin typeface="Calibri"/>
              </a:rPr>
              <a:t>Synthèse — résumé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