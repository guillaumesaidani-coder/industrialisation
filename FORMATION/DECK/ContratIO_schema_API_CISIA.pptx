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Contrat I/O — Le schéma qui engage l'API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CED6"/>
                </a:solidFill>
                <a:latin typeface="Calibri"/>
              </a:rPr>
              <a:t>Le schéma Pydantic dont dépendent Docker, l'orchestration et le monitoring — module 25,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Support pédagogique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Qu'est-ce qu'un contrat I/O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schéma précis de ce qu'une API accepte en entrée et renvoie en sortie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Formalisé avec Pydantic : quels champs, quels types, quelles contraintes (ex. minimum 7 relevés)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Toute violation du contrat déclenche une erreur typée (422), pas un plantage silencieux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« Contrat » = engagement écrit qui ne doit plus changer arbitrairement une fois publié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Contrat I/O —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Les briques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Schéma Pydantic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160" y="157276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Classe qui décrit et valide la forme exacte d'une requête ou d'une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6160" y="235000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Code retourné quand le payload ne respecte pas le schéma (ex. moins de 7 relevés)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160" y="312724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Code retourné quand la clé API est absente ou invalide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6160" y="390448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Code retourné quand le modèle n'est pas encore chargé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Swagger (/docs)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160" y="468172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Documentation générée automatiquement à partir des schémas Pydantic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Contrat I/O — vocabulaire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Pourquoi ce contrat pèse sur tout le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Docker (module 27) empaquette l'API telle qu'elle répond aujourd'hui — le contrat doit être stable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L'orchestration (modules 29-30) enchaîne des appels automatisés qui présument ce format exact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monitoring (modules 33-34) observe des réponses conformes au contrat pour détecter les anomalies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Casser le contrat en aval casse Docker, l'orchestration et le monitoring en même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Contrat I/O —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Le contrat de /predict-tabular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200 — requête correcte, avec clé API valide et au moins 7 relevés : proba + décision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401 — clé API absente ou invalide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422 — payload qui ne respecte pas le schéma (ex. moins de 7 relevés)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503 — modèle non chargé au moment de la requête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contrat est aligné sur ce qui avait déjà été validé au module 22 — pas réinventé au module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Contrat I/O — cas concret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Ne jamais casser un contrat déjà publié sans concertation — tout ce qui est en aval en dépend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modèle se charge une seule fois au démarrage (lifespan), jamais par requête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Chaque code d'erreur (401/422/503) doit être prouvé par un test dédié, pas seulement codé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La doc Swagger (/docs) découle directement du schéma — un schéma clair fait une doc claire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Contrat I/O — bonnes pratiques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contrat I/O formalise, avec Pydantic, ce qu'une API accepte et renvoie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Toute violation déclenche une erreur typée (422) plutôt qu'un comportement indéfini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Docker, l'orchestration et le monitoring se branchent tous sur ce contrat — le casser casse tout en aval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Comportement codé et comportement testé sont deux choses différentes : chaque code doit être prouvé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9CED6"/>
                </a:solidFill>
                <a:latin typeface="Calibri"/>
              </a:rPr>
              <a:t>Contrat I/O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