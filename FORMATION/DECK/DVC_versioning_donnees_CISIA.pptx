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2" r:id="rId13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DVC — Versionner les gros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CED6"/>
                </a:solidFill>
                <a:latin typeface="Calibri"/>
              </a:rPr>
              <a:t>Data Version Control appliqué aux données et au modèle InduSense — module 24,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Support pédagogique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Le problème que DVC résout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gold_dataset.csv (281 Ko) ou un rf.joblib (4,97 Mo) committé directement dans git grossit l'historique à chaque ré-entraînement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git diff n'apporte rien sur un contenu binaire — impossible de voir « ce qui a changé »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DVC déplace le poids réel du fichier vers un remote, et ne laisse dans git qu'un petit pointeur texte (hash, taille, chemin)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Git gère le code, DVC gère les gros fichiers — les deux travaillent ensemble, DVC ne remplace pas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DVC —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VOCABULAIRE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Les briques de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Pointeur .dvc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160" y="157276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Fichier texte versionné par git à la place du gros fichier — contient hash MD5, taille, chemin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Remote DVC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6160" y="235000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Où part le contenu réel des fichiers suivis (ici un dossier local hors dépôt)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dvc 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160" y="312724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Migre un fichier vers DVC : crée son pointeur, sort le contenu réel du suivi 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dvc checkout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6160" y="390448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Restaure les fichiers réels correspondant aux pointeurs du commit courant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dvc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160" y="468172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Confirme que les fichiers de travail correspondent aux pointeurs suivis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DVC — vocabulaire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Ce qui a été fait aujourd'hui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dvc init — le starter n'était pas un repo DVC, initialisation avant le premier dvc add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Migration git → DVC : git rm -r --cached sur les deux fichiers déjà suivis par git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dvc add data/gold/gold_dataset.csv artifacts/models/rf.joblib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remote local configuré hors dépôt : ../../dvc-store (visible dans .dvc/config)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2 pointeurs créés, 2 .gitignore générés automatiquement dans chaque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0000"/>
            <a:ext cx="10698480" cy="165000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b="0">
                <a:solidFill>
                  <a:srgbClr val="8FE38F"/>
                </a:solidFill>
                <a:latin typeface="Consolas"/>
              </a:rPr>
              <a:t>$ dvc add data/gold/gold_dataset.csv artifacts/models/rf.joblib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  -&gt; gold_dataset.csv.dvc  (md5 637be8d3825023160d..., 287704 o)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  -&gt; rf.joblib.dvc        (md5 27798900618706d0a08d..., 4965817 o)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$ dvc status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  Data and pipelines are up to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DVC — cas concret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dvc add refuse un fichier encore suivi par git — toujours git rm -r --cached avant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remote vit hors du dépôt (../../dvc-store) : le contenu réel n'entre jamais dans l'historique git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Une empreinte MD5 identifie une version exacte de données — si le CSV change d'un octet, elle change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dvc status avant de conclure : « up to date » est la preuve, pas une impression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dvc checkout restaure le vrai fichier depuis n'importe quel commit tagué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DVC — bonnes pratiques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Git suit un pointeur léger et diffable ; DVC déplace le poids réel vers un remote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La migration d'un fichier déjà suivi par git exige de le sortir de l'index d'abord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Une empreinte MD5 relie chaque version de données à son pointeur, et donc à un modèle précis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DVC est complémentaire à MLflow : DVC verse le poids des fichiers, MLflow trace réglages et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9CED6"/>
                </a:solidFill>
                <a:latin typeface="Calibri"/>
              </a:rPr>
              <a:t>DVC — résumé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Où vivent les données, concrètement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data/raw/ — sources brutes non transformées (capteurs température/pression, incidents, machines)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data/gold/gold_dataset.csv (287 Ko) — jeu prêt à l'entraînement, suivi par DVC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artifacts/models/rf.joblib (4,97 Mo) — modèle entraîné, suivi par DVC, accompagné de model_metadata.json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Les fichiers réels restent physiquement présents sur le disque — DVC change qui les suit dans l'historique, pas leur emplacement d'usage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dvc push n'a pas encore été exécuté aujourd'hui : seuls les pointeurs sont committés, le contenu réel n'est pas encore parti vers le remote ../../dvc-store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DVC —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